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F2F2F2"/>
                </a:solidFill>
                <a:latin typeface="Calibri"/>
              </a:rPr>
              <a:t>Lift coefficient CL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 coefficient CL</c:v>
                </c:pt>
              </c:strCache>
            </c:strRef>
          </c:tx>
          <c:spPr>
            <a:ln w="31750">
              <a:solidFill>
                <a:srgbClr val="FF8A3D"/>
              </a:solidFill>
            </a:ln>
          </c:spPr>
          <c:marker>
            <c:symbol val="circle"/>
            <c:size val="8"/>
            <c:spPr>
              <a:solidFill>
                <a:srgbClr val="FF8A3D"/>
              </a:solidFill>
              <a:ln>
                <a:solidFill>
                  <a:srgbClr val="FF8A3D"/>
                </a:solidFill>
              </a:ln>
            </c:spPr>
          </c:marker>
          <c:dLbls>
            <c:numFmt formatCode="0.00" sourceLinked="0"/>
            <c:txPr>
              <a:bodyPr/>
              <a:lstStyle/>
              <a:p>
                <a:pPr>
                  <a:defRPr sz="1200">
                    <a:solidFill>
                      <a:srgbClr val="F2F2F2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0°</c:v>
                </c:pt>
                <c:pt idx="1">
                  <c:v>4°</c:v>
                </c:pt>
                <c:pt idx="2">
                  <c:v>8°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0.3099096053871684</c:v>
                </c:pt>
                <c:pt idx="1">
                  <c:v>0.6971190371999683</c:v>
                </c:pt>
                <c:pt idx="2">
                  <c:v>0.9110217207715523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3A3E43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F2F2F2"/>
                </a:solidFill>
                <a:latin typeface="Calibri"/>
              </a:rPr>
              <a:t>Drag coefficient CD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Drag coefficient CD</c:v>
                </c:pt>
              </c:strCache>
            </c:strRef>
          </c:tx>
          <c:spPr>
            <a:ln w="31750">
              <a:solidFill>
                <a:srgbClr val="FF8A3D"/>
              </a:solidFill>
            </a:ln>
          </c:spPr>
          <c:marker>
            <c:symbol val="circle"/>
            <c:size val="8"/>
            <c:spPr>
              <a:solidFill>
                <a:srgbClr val="FF8A3D"/>
              </a:solidFill>
              <a:ln>
                <a:solidFill>
                  <a:srgbClr val="FF8A3D"/>
                </a:solidFill>
              </a:ln>
            </c:spPr>
          </c:marker>
          <c:dLbls>
            <c:numFmt formatCode="0.000" sourceLinked="0"/>
            <c:txPr>
              <a:bodyPr/>
              <a:lstStyle/>
              <a:p>
                <a:pPr>
                  <a:defRPr sz="1200">
                    <a:solidFill>
                      <a:srgbClr val="F2F2F2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0°</c:v>
                </c:pt>
                <c:pt idx="1">
                  <c:v>4°</c:v>
                </c:pt>
                <c:pt idx="2">
                  <c:v>8°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0.06648415819181527</c:v>
                </c:pt>
                <c:pt idx="1">
                  <c:v>0.08668499459402723</c:v>
                </c:pt>
                <c:pt idx="2">
                  <c:v>0.14243557068670895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3A3E43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F2F2F2"/>
                </a:solidFill>
                <a:latin typeface="Calibri"/>
              </a:rPr>
              <a:t>Lift-to-drag L/D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Lift-to-drag L/D</c:v>
                </c:pt>
              </c:strCache>
            </c:strRef>
          </c:tx>
          <c:spPr>
            <a:ln w="31750">
              <a:solidFill>
                <a:srgbClr val="FF8A3D"/>
              </a:solidFill>
            </a:ln>
          </c:spPr>
          <c:marker>
            <c:symbol val="circle"/>
            <c:size val="8"/>
            <c:spPr>
              <a:solidFill>
                <a:srgbClr val="FF8A3D"/>
              </a:solidFill>
              <a:ln>
                <a:solidFill>
                  <a:srgbClr val="FF8A3D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1200">
                    <a:solidFill>
                      <a:srgbClr val="F2F2F2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0°</c:v>
                </c:pt>
                <c:pt idx="1">
                  <c:v>4°</c:v>
                </c:pt>
                <c:pt idx="2">
                  <c:v>8°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4.661405270305742</c:v>
                </c:pt>
                <c:pt idx="1">
                  <c:v>8.041980511907434</c:v>
                </c:pt>
                <c:pt idx="2">
                  <c:v>6.396026753565444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3A3E43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F2F2F2"/>
                </a:solidFill>
                <a:latin typeface="Calibri"/>
              </a:rPr>
              <a:t>Lift coefficient CL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0°</c:v>
                </c:pt>
              </c:strCache>
            </c:strRef>
          </c:tx>
          <c:spPr>
            <a:ln w="22225">
              <a:solidFill>
                <a:srgbClr val="4CC9F0"/>
              </a:solidFill>
            </a:ln>
          </c:spPr>
          <c:marker>
            <c:symbol val="none"/>
          </c:marker>
          <c:xVal>
            <c:numRef>
              <c:f>Sheet1!$A$2:$A$151</c:f>
              <c:numCache>
                <c:formatCode>General</c:formatCode>
                <c:ptCount val="150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  <c:pt idx="14">
                  <c:v>15.0</c:v>
                </c:pt>
                <c:pt idx="15">
                  <c:v>16.0</c:v>
                </c:pt>
                <c:pt idx="16">
                  <c:v>17.0</c:v>
                </c:pt>
                <c:pt idx="17">
                  <c:v>18.0</c:v>
                </c:pt>
                <c:pt idx="18">
                  <c:v>19.0</c:v>
                </c:pt>
                <c:pt idx="19">
                  <c:v>20.0</c:v>
                </c:pt>
                <c:pt idx="20">
                  <c:v>21.0</c:v>
                </c:pt>
                <c:pt idx="21">
                  <c:v>22.0</c:v>
                </c:pt>
                <c:pt idx="22">
                  <c:v>23.0</c:v>
                </c:pt>
                <c:pt idx="23">
                  <c:v>24.0</c:v>
                </c:pt>
                <c:pt idx="24">
                  <c:v>25.0</c:v>
                </c:pt>
                <c:pt idx="25">
                  <c:v>26.0</c:v>
                </c:pt>
                <c:pt idx="26">
                  <c:v>27.0</c:v>
                </c:pt>
                <c:pt idx="27">
                  <c:v>28.0</c:v>
                </c:pt>
                <c:pt idx="28">
                  <c:v>29.0</c:v>
                </c:pt>
                <c:pt idx="29">
                  <c:v>30.0</c:v>
                </c:pt>
                <c:pt idx="30">
                  <c:v>31.0</c:v>
                </c:pt>
                <c:pt idx="31">
                  <c:v>32.0</c:v>
                </c:pt>
                <c:pt idx="32">
                  <c:v>33.0</c:v>
                </c:pt>
                <c:pt idx="33">
                  <c:v>34.0</c:v>
                </c:pt>
                <c:pt idx="34">
                  <c:v>35.0</c:v>
                </c:pt>
                <c:pt idx="35">
                  <c:v>36.0</c:v>
                </c:pt>
                <c:pt idx="36">
                  <c:v>37.0</c:v>
                </c:pt>
                <c:pt idx="37">
                  <c:v>38.0</c:v>
                </c:pt>
                <c:pt idx="38">
                  <c:v>39.0</c:v>
                </c:pt>
                <c:pt idx="39">
                  <c:v>40.0</c:v>
                </c:pt>
                <c:pt idx="40">
                  <c:v>41.0</c:v>
                </c:pt>
                <c:pt idx="41">
                  <c:v>42.0</c:v>
                </c:pt>
                <c:pt idx="42">
                  <c:v>43.0</c:v>
                </c:pt>
                <c:pt idx="43">
                  <c:v>44.0</c:v>
                </c:pt>
                <c:pt idx="44">
                  <c:v>45.0</c:v>
                </c:pt>
                <c:pt idx="45">
                  <c:v>46.0</c:v>
                </c:pt>
                <c:pt idx="46">
                  <c:v>47.0</c:v>
                </c:pt>
                <c:pt idx="47">
                  <c:v>48.0</c:v>
                </c:pt>
                <c:pt idx="48">
                  <c:v>49.0</c:v>
                </c:pt>
                <c:pt idx="49">
                  <c:v>50.0</c:v>
                </c:pt>
                <c:pt idx="50">
                  <c:v>51.0</c:v>
                </c:pt>
                <c:pt idx="51">
                  <c:v>52.0</c:v>
                </c:pt>
                <c:pt idx="52">
                  <c:v>53.0</c:v>
                </c:pt>
                <c:pt idx="53">
                  <c:v>54.0</c:v>
                </c:pt>
                <c:pt idx="54">
                  <c:v>55.0</c:v>
                </c:pt>
                <c:pt idx="55">
                  <c:v>56.0</c:v>
                </c:pt>
                <c:pt idx="56">
                  <c:v>57.0</c:v>
                </c:pt>
                <c:pt idx="57">
                  <c:v>58.0</c:v>
                </c:pt>
                <c:pt idx="58">
                  <c:v>59.0</c:v>
                </c:pt>
                <c:pt idx="59">
                  <c:v>60.0</c:v>
                </c:pt>
                <c:pt idx="60">
                  <c:v>61.0</c:v>
                </c:pt>
                <c:pt idx="61">
                  <c:v>62.0</c:v>
                </c:pt>
                <c:pt idx="62">
                  <c:v>63.0</c:v>
                </c:pt>
                <c:pt idx="63">
                  <c:v>64.0</c:v>
                </c:pt>
                <c:pt idx="64">
                  <c:v>65.0</c:v>
                </c:pt>
                <c:pt idx="65">
                  <c:v>66.0</c:v>
                </c:pt>
                <c:pt idx="66">
                  <c:v>67.0</c:v>
                </c:pt>
                <c:pt idx="67">
                  <c:v>68.0</c:v>
                </c:pt>
                <c:pt idx="68">
                  <c:v>69.0</c:v>
                </c:pt>
                <c:pt idx="69">
                  <c:v>70.0</c:v>
                </c:pt>
                <c:pt idx="70">
                  <c:v>71.0</c:v>
                </c:pt>
                <c:pt idx="71">
                  <c:v>72.0</c:v>
                </c:pt>
                <c:pt idx="72">
                  <c:v>73.0</c:v>
                </c:pt>
                <c:pt idx="73">
                  <c:v>74.0</c:v>
                </c:pt>
                <c:pt idx="74">
                  <c:v>75.0</c:v>
                </c:pt>
                <c:pt idx="75">
                  <c:v>76.0</c:v>
                </c:pt>
                <c:pt idx="76">
                  <c:v>77.0</c:v>
                </c:pt>
                <c:pt idx="77">
                  <c:v>78.0</c:v>
                </c:pt>
                <c:pt idx="78">
                  <c:v>79.0</c:v>
                </c:pt>
                <c:pt idx="79">
                  <c:v>80.0</c:v>
                </c:pt>
                <c:pt idx="80">
                  <c:v>81.0</c:v>
                </c:pt>
                <c:pt idx="81">
                  <c:v>82.0</c:v>
                </c:pt>
                <c:pt idx="82">
                  <c:v>83.0</c:v>
                </c:pt>
                <c:pt idx="83">
                  <c:v>84.0</c:v>
                </c:pt>
                <c:pt idx="84">
                  <c:v>85.0</c:v>
                </c:pt>
                <c:pt idx="85">
                  <c:v>86.0</c:v>
                </c:pt>
                <c:pt idx="86">
                  <c:v>87.0</c:v>
                </c:pt>
                <c:pt idx="87">
                  <c:v>88.0</c:v>
                </c:pt>
                <c:pt idx="88">
                  <c:v>89.0</c:v>
                </c:pt>
                <c:pt idx="89">
                  <c:v>90.0</c:v>
                </c:pt>
                <c:pt idx="90">
                  <c:v>91.0</c:v>
                </c:pt>
                <c:pt idx="91">
                  <c:v>92.0</c:v>
                </c:pt>
                <c:pt idx="92">
                  <c:v>93.0</c:v>
                </c:pt>
                <c:pt idx="93">
                  <c:v>94.0</c:v>
                </c:pt>
                <c:pt idx="94">
                  <c:v>95.0</c:v>
                </c:pt>
                <c:pt idx="95">
                  <c:v>96.0</c:v>
                </c:pt>
                <c:pt idx="96">
                  <c:v>97.0</c:v>
                </c:pt>
                <c:pt idx="97">
                  <c:v>98.0</c:v>
                </c:pt>
                <c:pt idx="98">
                  <c:v>99.0</c:v>
                </c:pt>
                <c:pt idx="99">
                  <c:v>100.0</c:v>
                </c:pt>
                <c:pt idx="100">
                  <c:v>101.0</c:v>
                </c:pt>
                <c:pt idx="101">
                  <c:v>102.0</c:v>
                </c:pt>
                <c:pt idx="102">
                  <c:v>103.0</c:v>
                </c:pt>
                <c:pt idx="103">
                  <c:v>104.0</c:v>
                </c:pt>
                <c:pt idx="104">
                  <c:v>105.0</c:v>
                </c:pt>
                <c:pt idx="105">
                  <c:v>106.0</c:v>
                </c:pt>
                <c:pt idx="106">
                  <c:v>107.0</c:v>
                </c:pt>
                <c:pt idx="107">
                  <c:v>108.0</c:v>
                </c:pt>
                <c:pt idx="108">
                  <c:v>109.0</c:v>
                </c:pt>
                <c:pt idx="109">
                  <c:v>110.0</c:v>
                </c:pt>
                <c:pt idx="110">
                  <c:v>111.0</c:v>
                </c:pt>
                <c:pt idx="111">
                  <c:v>112.0</c:v>
                </c:pt>
                <c:pt idx="112">
                  <c:v>113.0</c:v>
                </c:pt>
                <c:pt idx="113">
                  <c:v>114.0</c:v>
                </c:pt>
                <c:pt idx="114">
                  <c:v>115.0</c:v>
                </c:pt>
                <c:pt idx="115">
                  <c:v>116.0</c:v>
                </c:pt>
                <c:pt idx="116">
                  <c:v>117.0</c:v>
                </c:pt>
                <c:pt idx="117">
                  <c:v>118.0</c:v>
                </c:pt>
                <c:pt idx="118">
                  <c:v>119.0</c:v>
                </c:pt>
                <c:pt idx="119">
                  <c:v>120.0</c:v>
                </c:pt>
                <c:pt idx="120">
                  <c:v>121.0</c:v>
                </c:pt>
                <c:pt idx="121">
                  <c:v>122.0</c:v>
                </c:pt>
                <c:pt idx="122">
                  <c:v>123.0</c:v>
                </c:pt>
                <c:pt idx="123">
                  <c:v>124.0</c:v>
                </c:pt>
                <c:pt idx="124">
                  <c:v>125.0</c:v>
                </c:pt>
                <c:pt idx="125">
                  <c:v>126.0</c:v>
                </c:pt>
                <c:pt idx="126">
                  <c:v>127.0</c:v>
                </c:pt>
                <c:pt idx="127">
                  <c:v>128.0</c:v>
                </c:pt>
                <c:pt idx="128">
                  <c:v>129.0</c:v>
                </c:pt>
                <c:pt idx="129">
                  <c:v>130.0</c:v>
                </c:pt>
                <c:pt idx="130">
                  <c:v>131.0</c:v>
                </c:pt>
                <c:pt idx="131">
                  <c:v>132.0</c:v>
                </c:pt>
                <c:pt idx="132">
                  <c:v>133.0</c:v>
                </c:pt>
                <c:pt idx="133">
                  <c:v>134.0</c:v>
                </c:pt>
                <c:pt idx="134">
                  <c:v>135.0</c:v>
                </c:pt>
                <c:pt idx="135">
                  <c:v>136.0</c:v>
                </c:pt>
                <c:pt idx="136">
                  <c:v>137.0</c:v>
                </c:pt>
                <c:pt idx="137">
                  <c:v>138.0</c:v>
                </c:pt>
                <c:pt idx="138">
                  <c:v>139.0</c:v>
                </c:pt>
                <c:pt idx="139">
                  <c:v>140.0</c:v>
                </c:pt>
                <c:pt idx="140">
                  <c:v>141.0</c:v>
                </c:pt>
                <c:pt idx="141">
                  <c:v>142.0</c:v>
                </c:pt>
                <c:pt idx="142">
                  <c:v>143.0</c:v>
                </c:pt>
                <c:pt idx="143">
                  <c:v>144.0</c:v>
                </c:pt>
                <c:pt idx="144">
                  <c:v>145.0</c:v>
                </c:pt>
                <c:pt idx="145">
                  <c:v>146.0</c:v>
                </c:pt>
                <c:pt idx="146">
                  <c:v>147.0</c:v>
                </c:pt>
                <c:pt idx="147">
                  <c:v>148.0</c:v>
                </c:pt>
                <c:pt idx="148">
                  <c:v>149.0</c:v>
                </c:pt>
                <c:pt idx="149">
                  <c:v>150.0</c:v>
                </c:pt>
              </c:numCache>
            </c:numRef>
          </c:xVal>
          <c:yVal>
            <c:numRef>
              <c:f>Sheet1!$B$2:$B$151</c:f>
              <c:numCache>
                <c:formatCode>General</c:formatCode>
                <c:ptCount val="150"/>
                <c:pt idx="0">
                  <c:v>0.06576558634134708</c:v>
                </c:pt>
                <c:pt idx="1">
                  <c:v>0.1206143112280718</c:v>
                </c:pt>
                <c:pt idx="2">
                  <c:v>0.1618690512203185</c:v>
                </c:pt>
                <c:pt idx="3">
                  <c:v>0.1922708856118569</c:v>
                </c:pt>
                <c:pt idx="4">
                  <c:v>0.2152850539292538</c:v>
                </c:pt>
                <c:pt idx="5">
                  <c:v>0.231719488497846</c:v>
                </c:pt>
                <c:pt idx="6">
                  <c:v>0.2451015879311104</c:v>
                </c:pt>
                <c:pt idx="7">
                  <c:v>0.256303841892542</c:v>
                </c:pt>
                <c:pt idx="8">
                  <c:v>0.265793788851122</c:v>
                </c:pt>
                <c:pt idx="9">
                  <c:v>0.2739657243944003</c:v>
                </c:pt>
                <c:pt idx="10">
                  <c:v>0.2809528685340832</c:v>
                </c:pt>
                <c:pt idx="11">
                  <c:v>0.2869124764881797</c:v>
                </c:pt>
                <c:pt idx="12">
                  <c:v>0.291943054361785</c:v>
                </c:pt>
                <c:pt idx="13">
                  <c:v>0.2961756521032641</c:v>
                </c:pt>
                <c:pt idx="14">
                  <c:v>0.2997024361019121</c:v>
                </c:pt>
                <c:pt idx="15">
                  <c:v>0.3026355608146946</c:v>
                </c:pt>
                <c:pt idx="16">
                  <c:v>0.3050336317018864</c:v>
                </c:pt>
                <c:pt idx="17">
                  <c:v>0.3069836428819069</c:v>
                </c:pt>
                <c:pt idx="18">
                  <c:v>0.3085233154146</c:v>
                </c:pt>
                <c:pt idx="19">
                  <c:v>0.3096931297162743</c:v>
                </c:pt>
                <c:pt idx="20">
                  <c:v>0.3105345213797901</c:v>
                </c:pt>
                <c:pt idx="21">
                  <c:v>0.3110607822464005</c:v>
                </c:pt>
                <c:pt idx="22">
                  <c:v>0.3113039436546315</c:v>
                </c:pt>
                <c:pt idx="23">
                  <c:v>0.3113289545319781</c:v>
                </c:pt>
                <c:pt idx="24">
                  <c:v>0.3111965675309844</c:v>
                </c:pt>
                <c:pt idx="25">
                  <c:v>0.3109422221827762</c:v>
                </c:pt>
                <c:pt idx="26">
                  <c:v>0.310609370622423</c:v>
                </c:pt>
                <c:pt idx="27">
                  <c:v>0.310234583718531</c:v>
                </c:pt>
                <c:pt idx="28">
                  <c:v>0.3098495360988151</c:v>
                </c:pt>
                <c:pt idx="29">
                  <c:v>0.3094809104496504</c:v>
                </c:pt>
                <c:pt idx="30">
                  <c:v>0.3091515064622467</c:v>
                </c:pt>
                <c:pt idx="31">
                  <c:v>0.3088757001011354</c:v>
                </c:pt>
                <c:pt idx="32">
                  <c:v>0.3086529924455411</c:v>
                </c:pt>
                <c:pt idx="33">
                  <c:v>0.308480736513523</c:v>
                </c:pt>
                <c:pt idx="34">
                  <c:v>0.3083626681742951</c:v>
                </c:pt>
                <c:pt idx="35">
                  <c:v>0.3082972623531205</c:v>
                </c:pt>
                <c:pt idx="36">
                  <c:v>0.3082756425323827</c:v>
                </c:pt>
                <c:pt idx="37">
                  <c:v>0.3082833375900424</c:v>
                </c:pt>
                <c:pt idx="38">
                  <c:v>0.3083092302903632</c:v>
                </c:pt>
                <c:pt idx="39">
                  <c:v>0.3083440829041427</c:v>
                </c:pt>
                <c:pt idx="40">
                  <c:v>0.3083807915744835</c:v>
                </c:pt>
                <c:pt idx="41">
                  <c:v>0.3084159643842888</c:v>
                </c:pt>
                <c:pt idx="42">
                  <c:v>0.3084507684115529</c:v>
                </c:pt>
                <c:pt idx="43">
                  <c:v>0.3084840426532307</c:v>
                </c:pt>
                <c:pt idx="44">
                  <c:v>0.308511076695179</c:v>
                </c:pt>
                <c:pt idx="45">
                  <c:v>0.3085307742714356</c:v>
                </c:pt>
                <c:pt idx="46">
                  <c:v>0.3085492426602718</c:v>
                </c:pt>
                <c:pt idx="47">
                  <c:v>0.3085713940173432</c:v>
                </c:pt>
                <c:pt idx="48">
                  <c:v>0.3085970432534417</c:v>
                </c:pt>
                <c:pt idx="49">
                  <c:v>0.3086293664217974</c:v>
                </c:pt>
                <c:pt idx="50">
                  <c:v>0.3086709691652271</c:v>
                </c:pt>
                <c:pt idx="51">
                  <c:v>0.3087210858073576</c:v>
                </c:pt>
                <c:pt idx="52">
                  <c:v>0.3087764791398404</c:v>
                </c:pt>
                <c:pt idx="53">
                  <c:v>0.3088294486565769</c:v>
                </c:pt>
                <c:pt idx="54">
                  <c:v>0.3088736148219096</c:v>
                </c:pt>
                <c:pt idx="55">
                  <c:v>0.3089068322409007</c:v>
                </c:pt>
                <c:pt idx="56">
                  <c:v>0.3089296982098026</c:v>
                </c:pt>
                <c:pt idx="57">
                  <c:v>0.3089448385572807</c:v>
                </c:pt>
                <c:pt idx="58">
                  <c:v>0.3089554181615841</c:v>
                </c:pt>
                <c:pt idx="59">
                  <c:v>0.3089618186739866</c:v>
                </c:pt>
                <c:pt idx="60">
                  <c:v>0.3089651633756519</c:v>
                </c:pt>
                <c:pt idx="61">
                  <c:v>0.3089629396030371</c:v>
                </c:pt>
                <c:pt idx="62">
                  <c:v>0.3089601802360026</c:v>
                </c:pt>
                <c:pt idx="63">
                  <c:v>0.3089554349546794</c:v>
                </c:pt>
                <c:pt idx="64">
                  <c:v>0.3089501883363222</c:v>
                </c:pt>
                <c:pt idx="65">
                  <c:v>0.3089426551878848</c:v>
                </c:pt>
                <c:pt idx="66">
                  <c:v>0.3089339878895085</c:v>
                </c:pt>
                <c:pt idx="67">
                  <c:v>0.3089267059543014</c:v>
                </c:pt>
                <c:pt idx="68">
                  <c:v>0.3089205708095394</c:v>
                </c:pt>
                <c:pt idx="69">
                  <c:v>0.3089196233162351</c:v>
                </c:pt>
                <c:pt idx="70">
                  <c:v>0.3089295798627116</c:v>
                </c:pt>
                <c:pt idx="71">
                  <c:v>0.3089567334568149</c:v>
                </c:pt>
                <c:pt idx="72">
                  <c:v>0.308993232748386</c:v>
                </c:pt>
                <c:pt idx="73">
                  <c:v>0.3090361270070953</c:v>
                </c:pt>
                <c:pt idx="74">
                  <c:v>0.3090834243795783</c:v>
                </c:pt>
                <c:pt idx="75">
                  <c:v>0.309138452969964</c:v>
                </c:pt>
                <c:pt idx="76">
                  <c:v>0.309193983543342</c:v>
                </c:pt>
                <c:pt idx="77">
                  <c:v>0.3092441130367541</c:v>
                </c:pt>
                <c:pt idx="78">
                  <c:v>0.3092851913774067</c:v>
                </c:pt>
                <c:pt idx="79">
                  <c:v>0.3093179900789355</c:v>
                </c:pt>
                <c:pt idx="80">
                  <c:v>0.3093440050156344</c:v>
                </c:pt>
                <c:pt idx="81">
                  <c:v>0.3093672089772383</c:v>
                </c:pt>
                <c:pt idx="82">
                  <c:v>0.3093926138722838</c:v>
                </c:pt>
                <c:pt idx="83">
                  <c:v>0.3094210824061727</c:v>
                </c:pt>
                <c:pt idx="84">
                  <c:v>0.3094512477992894</c:v>
                </c:pt>
                <c:pt idx="85">
                  <c:v>0.3094797802960866</c:v>
                </c:pt>
                <c:pt idx="86">
                  <c:v>0.3095053110758509</c:v>
                </c:pt>
                <c:pt idx="87">
                  <c:v>0.3095307213737644</c:v>
                </c:pt>
                <c:pt idx="88">
                  <c:v>0.3095582914421939</c:v>
                </c:pt>
                <c:pt idx="89">
                  <c:v>0.3095886951143661</c:v>
                </c:pt>
                <c:pt idx="90">
                  <c:v>0.3096195131692012</c:v>
                </c:pt>
                <c:pt idx="91">
                  <c:v>0.3096484050917295</c:v>
                </c:pt>
                <c:pt idx="92">
                  <c:v>0.3096740447359443</c:v>
                </c:pt>
                <c:pt idx="93">
                  <c:v>0.3096963745565159</c:v>
                </c:pt>
                <c:pt idx="94">
                  <c:v>0.3097159838668633</c:v>
                </c:pt>
                <c:pt idx="95">
                  <c:v>0.3097319328923098</c:v>
                </c:pt>
                <c:pt idx="96">
                  <c:v>0.3097430981649293</c:v>
                </c:pt>
                <c:pt idx="97">
                  <c:v>0.3097522509643921</c:v>
                </c:pt>
                <c:pt idx="98">
                  <c:v>0.3097628618394661</c:v>
                </c:pt>
                <c:pt idx="99">
                  <c:v>0.3097772544491282</c:v>
                </c:pt>
                <c:pt idx="100">
                  <c:v>0.3097945768483455</c:v>
                </c:pt>
                <c:pt idx="101">
                  <c:v>0.3098128703818904</c:v>
                </c:pt>
                <c:pt idx="102">
                  <c:v>0.3098304930439366</c:v>
                </c:pt>
                <c:pt idx="103">
                  <c:v>0.3098458400107229</c:v>
                </c:pt>
                <c:pt idx="104">
                  <c:v>0.3098562470877556</c:v>
                </c:pt>
                <c:pt idx="105">
                  <c:v>0.3098632235695227</c:v>
                </c:pt>
                <c:pt idx="106">
                  <c:v>0.3098681191681036</c:v>
                </c:pt>
                <c:pt idx="107">
                  <c:v>0.3098725480802297</c:v>
                </c:pt>
                <c:pt idx="108">
                  <c:v>0.3098771648904205</c:v>
                </c:pt>
                <c:pt idx="109">
                  <c:v>0.3098849861424061</c:v>
                </c:pt>
                <c:pt idx="110">
                  <c:v>0.309896735874043</c:v>
                </c:pt>
                <c:pt idx="111">
                  <c:v>0.3099110533134172</c:v>
                </c:pt>
                <c:pt idx="112">
                  <c:v>0.3099267827492073</c:v>
                </c:pt>
                <c:pt idx="113">
                  <c:v>0.3099375836281692</c:v>
                </c:pt>
                <c:pt idx="114">
                  <c:v>0.3099396194188193</c:v>
                </c:pt>
                <c:pt idx="115">
                  <c:v>0.3099340358052523</c:v>
                </c:pt>
                <c:pt idx="116">
                  <c:v>0.3099261067098569</c:v>
                </c:pt>
                <c:pt idx="117">
                  <c:v>0.309920050531761</c:v>
                </c:pt>
                <c:pt idx="118">
                  <c:v>0.309918089297028</c:v>
                </c:pt>
                <c:pt idx="119">
                  <c:v>0.3099186559413601</c:v>
                </c:pt>
                <c:pt idx="120">
                  <c:v>0.309920529441712</c:v>
                </c:pt>
                <c:pt idx="121">
                  <c:v>0.3099230433701126</c:v>
                </c:pt>
                <c:pt idx="122">
                  <c:v>0.3099259300522522</c:v>
                </c:pt>
                <c:pt idx="123">
                  <c:v>0.3099293795927214</c:v>
                </c:pt>
                <c:pt idx="124">
                  <c:v>0.309932760962132</c:v>
                </c:pt>
                <c:pt idx="125">
                  <c:v>0.3099313671633189</c:v>
                </c:pt>
                <c:pt idx="126">
                  <c:v>0.3099220850494829</c:v>
                </c:pt>
                <c:pt idx="127">
                  <c:v>0.3099073478400785</c:v>
                </c:pt>
                <c:pt idx="128">
                  <c:v>0.3098931558082905</c:v>
                </c:pt>
                <c:pt idx="129">
                  <c:v>0.3098842388960774</c:v>
                </c:pt>
                <c:pt idx="130">
                  <c:v>0.309883545041149</c:v>
                </c:pt>
                <c:pt idx="131">
                  <c:v>0.3098915294955846</c:v>
                </c:pt>
                <c:pt idx="132">
                  <c:v>0.3099053715877694</c:v>
                </c:pt>
                <c:pt idx="133">
                  <c:v>0.309919779503589</c:v>
                </c:pt>
                <c:pt idx="134">
                  <c:v>0.3099301812617218</c:v>
                </c:pt>
                <c:pt idx="135">
                  <c:v>0.3099354294829543</c:v>
                </c:pt>
                <c:pt idx="136">
                  <c:v>0.3099377106343968</c:v>
                </c:pt>
                <c:pt idx="137">
                  <c:v>0.3099381978221209</c:v>
                </c:pt>
                <c:pt idx="138">
                  <c:v>0.3099370190394885</c:v>
                </c:pt>
                <c:pt idx="139">
                  <c:v>0.3099346451791615</c:v>
                </c:pt>
                <c:pt idx="140">
                  <c:v>0.3099322038424757</c:v>
                </c:pt>
                <c:pt idx="141">
                  <c:v>0.3099306266083304</c:v>
                </c:pt>
                <c:pt idx="142">
                  <c:v>0.3099316782801072</c:v>
                </c:pt>
                <c:pt idx="143">
                  <c:v>0.3099328161996016</c:v>
                </c:pt>
                <c:pt idx="144">
                  <c:v>0.3099307877696075</c:v>
                </c:pt>
                <c:pt idx="145">
                  <c:v>0.3099250455979386</c:v>
                </c:pt>
                <c:pt idx="146">
                  <c:v>0.3099170984274171</c:v>
                </c:pt>
                <c:pt idx="147">
                  <c:v>0.3099091484021629</c:v>
                </c:pt>
                <c:pt idx="148">
                  <c:v>0.3099054678221782</c:v>
                </c:pt>
                <c:pt idx="149">
                  <c:v>0.3099096053871684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Sheet1!$B$153</c:f>
              <c:strCache>
                <c:ptCount val="1"/>
                <c:pt idx="0">
                  <c:v>4°</c:v>
                </c:pt>
              </c:strCache>
            </c:strRef>
          </c:tx>
          <c:spPr>
            <a:ln w="22225">
              <a:solidFill>
                <a:srgbClr val="FF8A3D"/>
              </a:solidFill>
            </a:ln>
          </c:spPr>
          <c:marker>
            <c:symbol val="none"/>
          </c:marker>
          <c:xVal>
            <c:numRef>
              <c:f>Sheet1!$A$154:$A$304</c:f>
              <c:numCache>
                <c:formatCode>General</c:formatCode>
                <c:ptCount val="151"/>
                <c:pt idx="0">
                  <c:v>150.0</c:v>
                </c:pt>
                <c:pt idx="1">
                  <c:v>151.0</c:v>
                </c:pt>
                <c:pt idx="2">
                  <c:v>152.0</c:v>
                </c:pt>
                <c:pt idx="3">
                  <c:v>153.0</c:v>
                </c:pt>
                <c:pt idx="4">
                  <c:v>154.0</c:v>
                </c:pt>
                <c:pt idx="5">
                  <c:v>155.0</c:v>
                </c:pt>
                <c:pt idx="6">
                  <c:v>156.0</c:v>
                </c:pt>
                <c:pt idx="7">
                  <c:v>157.0</c:v>
                </c:pt>
                <c:pt idx="8">
                  <c:v>158.0</c:v>
                </c:pt>
                <c:pt idx="9">
                  <c:v>159.0</c:v>
                </c:pt>
                <c:pt idx="10">
                  <c:v>160.0</c:v>
                </c:pt>
                <c:pt idx="11">
                  <c:v>161.0</c:v>
                </c:pt>
                <c:pt idx="12">
                  <c:v>162.0</c:v>
                </c:pt>
                <c:pt idx="13">
                  <c:v>163.0</c:v>
                </c:pt>
                <c:pt idx="14">
                  <c:v>164.0</c:v>
                </c:pt>
                <c:pt idx="15">
                  <c:v>165.0</c:v>
                </c:pt>
                <c:pt idx="16">
                  <c:v>166.0</c:v>
                </c:pt>
                <c:pt idx="17">
                  <c:v>167.0</c:v>
                </c:pt>
                <c:pt idx="18">
                  <c:v>168.0</c:v>
                </c:pt>
                <c:pt idx="19">
                  <c:v>169.0</c:v>
                </c:pt>
                <c:pt idx="20">
                  <c:v>170.0</c:v>
                </c:pt>
                <c:pt idx="21">
                  <c:v>171.0</c:v>
                </c:pt>
                <c:pt idx="22">
                  <c:v>172.0</c:v>
                </c:pt>
                <c:pt idx="23">
                  <c:v>173.0</c:v>
                </c:pt>
                <c:pt idx="24">
                  <c:v>174.0</c:v>
                </c:pt>
                <c:pt idx="25">
                  <c:v>175.0</c:v>
                </c:pt>
                <c:pt idx="26">
                  <c:v>176.0</c:v>
                </c:pt>
                <c:pt idx="27">
                  <c:v>177.0</c:v>
                </c:pt>
                <c:pt idx="28">
                  <c:v>178.0</c:v>
                </c:pt>
                <c:pt idx="29">
                  <c:v>179.0</c:v>
                </c:pt>
                <c:pt idx="30">
                  <c:v>180.0</c:v>
                </c:pt>
                <c:pt idx="31">
                  <c:v>181.0</c:v>
                </c:pt>
                <c:pt idx="32">
                  <c:v>182.0</c:v>
                </c:pt>
                <c:pt idx="33">
                  <c:v>183.0</c:v>
                </c:pt>
                <c:pt idx="34">
                  <c:v>184.0</c:v>
                </c:pt>
                <c:pt idx="35">
                  <c:v>185.0</c:v>
                </c:pt>
                <c:pt idx="36">
                  <c:v>186.0</c:v>
                </c:pt>
                <c:pt idx="37">
                  <c:v>187.0</c:v>
                </c:pt>
                <c:pt idx="38">
                  <c:v>188.0</c:v>
                </c:pt>
                <c:pt idx="39">
                  <c:v>189.0</c:v>
                </c:pt>
                <c:pt idx="40">
                  <c:v>190.0</c:v>
                </c:pt>
                <c:pt idx="41">
                  <c:v>191.0</c:v>
                </c:pt>
                <c:pt idx="42">
                  <c:v>192.0</c:v>
                </c:pt>
                <c:pt idx="43">
                  <c:v>193.0</c:v>
                </c:pt>
                <c:pt idx="44">
                  <c:v>194.0</c:v>
                </c:pt>
                <c:pt idx="45">
                  <c:v>195.0</c:v>
                </c:pt>
                <c:pt idx="46">
                  <c:v>196.0</c:v>
                </c:pt>
                <c:pt idx="47">
                  <c:v>197.0</c:v>
                </c:pt>
                <c:pt idx="48">
                  <c:v>198.0</c:v>
                </c:pt>
                <c:pt idx="49">
                  <c:v>199.0</c:v>
                </c:pt>
                <c:pt idx="50">
                  <c:v>200.0</c:v>
                </c:pt>
                <c:pt idx="51">
                  <c:v>201.0</c:v>
                </c:pt>
                <c:pt idx="52">
                  <c:v>202.0</c:v>
                </c:pt>
                <c:pt idx="53">
                  <c:v>203.0</c:v>
                </c:pt>
                <c:pt idx="54">
                  <c:v>204.0</c:v>
                </c:pt>
                <c:pt idx="55">
                  <c:v>205.0</c:v>
                </c:pt>
                <c:pt idx="56">
                  <c:v>206.0</c:v>
                </c:pt>
                <c:pt idx="57">
                  <c:v>207.0</c:v>
                </c:pt>
                <c:pt idx="58">
                  <c:v>208.0</c:v>
                </c:pt>
                <c:pt idx="59">
                  <c:v>209.0</c:v>
                </c:pt>
                <c:pt idx="60">
                  <c:v>210.0</c:v>
                </c:pt>
                <c:pt idx="61">
                  <c:v>211.0</c:v>
                </c:pt>
                <c:pt idx="62">
                  <c:v>212.0</c:v>
                </c:pt>
                <c:pt idx="63">
                  <c:v>213.0</c:v>
                </c:pt>
                <c:pt idx="64">
                  <c:v>214.0</c:v>
                </c:pt>
                <c:pt idx="65">
                  <c:v>215.0</c:v>
                </c:pt>
                <c:pt idx="66">
                  <c:v>216.0</c:v>
                </c:pt>
                <c:pt idx="67">
                  <c:v>217.0</c:v>
                </c:pt>
                <c:pt idx="68">
                  <c:v>218.0</c:v>
                </c:pt>
                <c:pt idx="69">
                  <c:v>219.0</c:v>
                </c:pt>
                <c:pt idx="70">
                  <c:v>220.0</c:v>
                </c:pt>
                <c:pt idx="71">
                  <c:v>221.0</c:v>
                </c:pt>
                <c:pt idx="72">
                  <c:v>222.0</c:v>
                </c:pt>
                <c:pt idx="73">
                  <c:v>223.0</c:v>
                </c:pt>
                <c:pt idx="74">
                  <c:v>224.0</c:v>
                </c:pt>
                <c:pt idx="75">
                  <c:v>225.0</c:v>
                </c:pt>
                <c:pt idx="76">
                  <c:v>226.0</c:v>
                </c:pt>
                <c:pt idx="77">
                  <c:v>227.0</c:v>
                </c:pt>
                <c:pt idx="78">
                  <c:v>228.0</c:v>
                </c:pt>
                <c:pt idx="79">
                  <c:v>229.0</c:v>
                </c:pt>
                <c:pt idx="80">
                  <c:v>230.0</c:v>
                </c:pt>
                <c:pt idx="81">
                  <c:v>231.0</c:v>
                </c:pt>
                <c:pt idx="82">
                  <c:v>232.0</c:v>
                </c:pt>
                <c:pt idx="83">
                  <c:v>233.0</c:v>
                </c:pt>
                <c:pt idx="84">
                  <c:v>234.0</c:v>
                </c:pt>
                <c:pt idx="85">
                  <c:v>235.0</c:v>
                </c:pt>
                <c:pt idx="86">
                  <c:v>236.0</c:v>
                </c:pt>
                <c:pt idx="87">
                  <c:v>237.0</c:v>
                </c:pt>
                <c:pt idx="88">
                  <c:v>238.0</c:v>
                </c:pt>
                <c:pt idx="89">
                  <c:v>239.0</c:v>
                </c:pt>
                <c:pt idx="90">
                  <c:v>240.0</c:v>
                </c:pt>
                <c:pt idx="91">
                  <c:v>241.0</c:v>
                </c:pt>
                <c:pt idx="92">
                  <c:v>242.0</c:v>
                </c:pt>
                <c:pt idx="93">
                  <c:v>243.0</c:v>
                </c:pt>
                <c:pt idx="94">
                  <c:v>244.0</c:v>
                </c:pt>
                <c:pt idx="95">
                  <c:v>245.0</c:v>
                </c:pt>
                <c:pt idx="96">
                  <c:v>246.0</c:v>
                </c:pt>
                <c:pt idx="97">
                  <c:v>247.0</c:v>
                </c:pt>
                <c:pt idx="98">
                  <c:v>248.0</c:v>
                </c:pt>
                <c:pt idx="99">
                  <c:v>249.0</c:v>
                </c:pt>
                <c:pt idx="100">
                  <c:v>250.0</c:v>
                </c:pt>
                <c:pt idx="101">
                  <c:v>251.0</c:v>
                </c:pt>
                <c:pt idx="102">
                  <c:v>252.0</c:v>
                </c:pt>
                <c:pt idx="103">
                  <c:v>253.0</c:v>
                </c:pt>
                <c:pt idx="104">
                  <c:v>254.0</c:v>
                </c:pt>
                <c:pt idx="105">
                  <c:v>255.0</c:v>
                </c:pt>
                <c:pt idx="106">
                  <c:v>256.0</c:v>
                </c:pt>
                <c:pt idx="107">
                  <c:v>257.0</c:v>
                </c:pt>
                <c:pt idx="108">
                  <c:v>258.0</c:v>
                </c:pt>
                <c:pt idx="109">
                  <c:v>259.0</c:v>
                </c:pt>
                <c:pt idx="110">
                  <c:v>260.0</c:v>
                </c:pt>
                <c:pt idx="111">
                  <c:v>261.0</c:v>
                </c:pt>
                <c:pt idx="112">
                  <c:v>262.0</c:v>
                </c:pt>
                <c:pt idx="113">
                  <c:v>263.0</c:v>
                </c:pt>
                <c:pt idx="114">
                  <c:v>264.0</c:v>
                </c:pt>
                <c:pt idx="115">
                  <c:v>265.0</c:v>
                </c:pt>
                <c:pt idx="116">
                  <c:v>266.0</c:v>
                </c:pt>
                <c:pt idx="117">
                  <c:v>267.0</c:v>
                </c:pt>
                <c:pt idx="118">
                  <c:v>268.0</c:v>
                </c:pt>
                <c:pt idx="119">
                  <c:v>269.0</c:v>
                </c:pt>
                <c:pt idx="120">
                  <c:v>270.0</c:v>
                </c:pt>
                <c:pt idx="121">
                  <c:v>271.0</c:v>
                </c:pt>
                <c:pt idx="122">
                  <c:v>272.0</c:v>
                </c:pt>
                <c:pt idx="123">
                  <c:v>273.0</c:v>
                </c:pt>
                <c:pt idx="124">
                  <c:v>274.0</c:v>
                </c:pt>
                <c:pt idx="125">
                  <c:v>275.0</c:v>
                </c:pt>
                <c:pt idx="126">
                  <c:v>276.0</c:v>
                </c:pt>
                <c:pt idx="127">
                  <c:v>277.0</c:v>
                </c:pt>
                <c:pt idx="128">
                  <c:v>278.0</c:v>
                </c:pt>
                <c:pt idx="129">
                  <c:v>279.0</c:v>
                </c:pt>
                <c:pt idx="130">
                  <c:v>280.0</c:v>
                </c:pt>
                <c:pt idx="131">
                  <c:v>281.0</c:v>
                </c:pt>
                <c:pt idx="132">
                  <c:v>282.0</c:v>
                </c:pt>
                <c:pt idx="133">
                  <c:v>283.0</c:v>
                </c:pt>
                <c:pt idx="134">
                  <c:v>284.0</c:v>
                </c:pt>
                <c:pt idx="135">
                  <c:v>285.0</c:v>
                </c:pt>
                <c:pt idx="136">
                  <c:v>286.0</c:v>
                </c:pt>
                <c:pt idx="137">
                  <c:v>287.0</c:v>
                </c:pt>
                <c:pt idx="138">
                  <c:v>288.0</c:v>
                </c:pt>
                <c:pt idx="139">
                  <c:v>289.0</c:v>
                </c:pt>
                <c:pt idx="140">
                  <c:v>290.0</c:v>
                </c:pt>
                <c:pt idx="141">
                  <c:v>291.0</c:v>
                </c:pt>
                <c:pt idx="142">
                  <c:v>292.0</c:v>
                </c:pt>
                <c:pt idx="143">
                  <c:v>293.0</c:v>
                </c:pt>
                <c:pt idx="144">
                  <c:v>294.0</c:v>
                </c:pt>
                <c:pt idx="145">
                  <c:v>295.0</c:v>
                </c:pt>
                <c:pt idx="146">
                  <c:v>296.0</c:v>
                </c:pt>
                <c:pt idx="147">
                  <c:v>297.0</c:v>
                </c:pt>
                <c:pt idx="148">
                  <c:v>298.0</c:v>
                </c:pt>
                <c:pt idx="149">
                  <c:v>299.0</c:v>
                </c:pt>
                <c:pt idx="150">
                  <c:v>300.0</c:v>
                </c:pt>
              </c:numCache>
            </c:numRef>
          </c:xVal>
          <c:yVal>
            <c:numRef>
              <c:f>Sheet1!$B$154:$B$304</c:f>
              <c:numCache>
                <c:formatCode>General</c:formatCode>
                <c:ptCount val="151"/>
                <c:pt idx="0">
                  <c:v>0.3099096053871684</c:v>
                </c:pt>
                <c:pt idx="1">
                  <c:v>0.2859717573890592</c:v>
                </c:pt>
                <c:pt idx="2">
                  <c:v>0.496619968361326</c:v>
                </c:pt>
                <c:pt idx="3">
                  <c:v>0.6155160215934192</c:v>
                </c:pt>
                <c:pt idx="4">
                  <c:v>0.6701048319592579</c:v>
                </c:pt>
                <c:pt idx="5">
                  <c:v>0.7020565331377681</c:v>
                </c:pt>
                <c:pt idx="6">
                  <c:v>0.7142035354195075</c:v>
                </c:pt>
                <c:pt idx="7">
                  <c:v>0.7199437444376627</c:v>
                </c:pt>
                <c:pt idx="8">
                  <c:v>0.720184899426516</c:v>
                </c:pt>
                <c:pt idx="9">
                  <c:v>0.720351484612337</c:v>
                </c:pt>
                <c:pt idx="10">
                  <c:v>0.7180498700566332</c:v>
                </c:pt>
                <c:pt idx="11">
                  <c:v>0.7159719733140201</c:v>
                </c:pt>
                <c:pt idx="12">
                  <c:v>0.7134882876584189</c:v>
                </c:pt>
                <c:pt idx="13">
                  <c:v>0.7118056770640853</c:v>
                </c:pt>
                <c:pt idx="14">
                  <c:v>0.7099513773649889</c:v>
                </c:pt>
                <c:pt idx="15">
                  <c:v>0.7085961370235041</c:v>
                </c:pt>
                <c:pt idx="16">
                  <c:v>0.7072070545557455</c:v>
                </c:pt>
                <c:pt idx="17">
                  <c:v>0.7062258482291222</c:v>
                </c:pt>
                <c:pt idx="18">
                  <c:v>0.7051919098531809</c:v>
                </c:pt>
                <c:pt idx="19">
                  <c:v>0.7043854616411716</c:v>
                </c:pt>
                <c:pt idx="20">
                  <c:v>0.7035673182511716</c:v>
                </c:pt>
                <c:pt idx="21">
                  <c:v>0.7029450020515674</c:v>
                </c:pt>
                <c:pt idx="22">
                  <c:v>0.7023127542950331</c:v>
                </c:pt>
                <c:pt idx="23">
                  <c:v>0.7017967919626497</c:v>
                </c:pt>
                <c:pt idx="24">
                  <c:v>0.7012838236686948</c:v>
                </c:pt>
                <c:pt idx="25">
                  <c:v>0.7008713317145321</c:v>
                </c:pt>
                <c:pt idx="26">
                  <c:v>0.7004631012012289</c:v>
                </c:pt>
                <c:pt idx="27">
                  <c:v>0.7001151211135661</c:v>
                </c:pt>
                <c:pt idx="28">
                  <c:v>0.6997720521223795</c:v>
                </c:pt>
                <c:pt idx="29">
                  <c:v>0.6994844879364238</c:v>
                </c:pt>
                <c:pt idx="30">
                  <c:v>0.699212116990421</c:v>
                </c:pt>
                <c:pt idx="31">
                  <c:v>0.6989858125978115</c:v>
                </c:pt>
                <c:pt idx="32">
                  <c:v>0.698779441960706</c:v>
                </c:pt>
                <c:pt idx="33">
                  <c:v>0.6986154939045959</c:v>
                </c:pt>
                <c:pt idx="34">
                  <c:v>0.6984702914537427</c:v>
                </c:pt>
                <c:pt idx="35">
                  <c:v>0.698354679535431</c:v>
                </c:pt>
                <c:pt idx="36">
                  <c:v>0.6982497676941964</c:v>
                </c:pt>
                <c:pt idx="37">
                  <c:v>0.6981667079221108</c:v>
                </c:pt>
                <c:pt idx="38">
                  <c:v>0.6980912323927672</c:v>
                </c:pt>
                <c:pt idx="39">
                  <c:v>0.6980286245278221</c:v>
                </c:pt>
                <c:pt idx="40">
                  <c:v>0.697969885164925</c:v>
                </c:pt>
                <c:pt idx="41">
                  <c:v>0.6979215527448464</c:v>
                </c:pt>
                <c:pt idx="42">
                  <c:v>0.6978781069791585</c:v>
                </c:pt>
                <c:pt idx="43">
                  <c:v>0.6978439271304406</c:v>
                </c:pt>
                <c:pt idx="44">
                  <c:v>0.6978158234665591</c:v>
                </c:pt>
                <c:pt idx="45">
                  <c:v>0.697794193859117</c:v>
                </c:pt>
                <c:pt idx="46">
                  <c:v>0.6977729335567205</c:v>
                </c:pt>
                <c:pt idx="47">
                  <c:v>0.6977508439623983</c:v>
                </c:pt>
                <c:pt idx="48">
                  <c:v>0.6977246387914362</c:v>
                </c:pt>
                <c:pt idx="49">
                  <c:v>0.6976987056732697</c:v>
                </c:pt>
                <c:pt idx="50">
                  <c:v>0.6976732670827087</c:v>
                </c:pt>
                <c:pt idx="51">
                  <c:v>0.6976489165914547</c:v>
                </c:pt>
                <c:pt idx="52">
                  <c:v>0.6976255872752962</c:v>
                </c:pt>
                <c:pt idx="53">
                  <c:v>0.6976061993180568</c:v>
                </c:pt>
                <c:pt idx="54">
                  <c:v>0.6975861158784022</c:v>
                </c:pt>
                <c:pt idx="55">
                  <c:v>0.6975635627969315</c:v>
                </c:pt>
                <c:pt idx="56">
                  <c:v>0.6975377451674013</c:v>
                </c:pt>
                <c:pt idx="57">
                  <c:v>0.6975130480638642</c:v>
                </c:pt>
                <c:pt idx="58">
                  <c:v>0.6974894139347114</c:v>
                </c:pt>
                <c:pt idx="59">
                  <c:v>0.6974686737338418</c:v>
                </c:pt>
                <c:pt idx="60">
                  <c:v>0.6974522708049667</c:v>
                </c:pt>
                <c:pt idx="61">
                  <c:v>0.6974421979258127</c:v>
                </c:pt>
                <c:pt idx="62">
                  <c:v>0.6974352368309901</c:v>
                </c:pt>
                <c:pt idx="63">
                  <c:v>0.6974300567336088</c:v>
                </c:pt>
                <c:pt idx="64">
                  <c:v>0.6974239580805346</c:v>
                </c:pt>
                <c:pt idx="65">
                  <c:v>0.6974168162930598</c:v>
                </c:pt>
                <c:pt idx="66">
                  <c:v>0.6974079351312973</c:v>
                </c:pt>
                <c:pt idx="67">
                  <c:v>0.6973983006259772</c:v>
                </c:pt>
                <c:pt idx="68">
                  <c:v>0.6973866191099657</c:v>
                </c:pt>
                <c:pt idx="69">
                  <c:v>0.6973735229147368</c:v>
                </c:pt>
                <c:pt idx="70">
                  <c:v>0.6973582227748377</c:v>
                </c:pt>
                <c:pt idx="71">
                  <c:v>0.6973419456460408</c:v>
                </c:pt>
                <c:pt idx="72">
                  <c:v>0.6973272550627705</c:v>
                </c:pt>
                <c:pt idx="73">
                  <c:v>0.6973167637658162</c:v>
                </c:pt>
                <c:pt idx="74">
                  <c:v>0.697309412554509</c:v>
                </c:pt>
                <c:pt idx="75">
                  <c:v>0.6973046787662492</c:v>
                </c:pt>
                <c:pt idx="76">
                  <c:v>0.6973005508020774</c:v>
                </c:pt>
                <c:pt idx="77">
                  <c:v>0.6972960409366439</c:v>
                </c:pt>
                <c:pt idx="78">
                  <c:v>0.6972890128565016</c:v>
                </c:pt>
                <c:pt idx="79">
                  <c:v>0.6972795982463287</c:v>
                </c:pt>
                <c:pt idx="80">
                  <c:v>0.6972680077660689</c:v>
                </c:pt>
                <c:pt idx="81">
                  <c:v>0.697255271837324</c:v>
                </c:pt>
                <c:pt idx="82">
                  <c:v>0.6972416293793691</c:v>
                </c:pt>
                <c:pt idx="83">
                  <c:v>0.697229966375853</c:v>
                </c:pt>
                <c:pt idx="84">
                  <c:v>0.6972223351145108</c:v>
                </c:pt>
                <c:pt idx="85">
                  <c:v>0.6972202666086376</c:v>
                </c:pt>
                <c:pt idx="86">
                  <c:v>0.6972234067152447</c:v>
                </c:pt>
                <c:pt idx="87">
                  <c:v>0.6972281472040159</c:v>
                </c:pt>
                <c:pt idx="88">
                  <c:v>0.6972342244019634</c:v>
                </c:pt>
                <c:pt idx="89">
                  <c:v>0.6972389851910945</c:v>
                </c:pt>
                <c:pt idx="90">
                  <c:v>0.6972382583360605</c:v>
                </c:pt>
                <c:pt idx="91">
                  <c:v>0.6972317147534662</c:v>
                </c:pt>
                <c:pt idx="92">
                  <c:v>0.6972205496800881</c:v>
                </c:pt>
                <c:pt idx="93">
                  <c:v>0.6972090301266564</c:v>
                </c:pt>
                <c:pt idx="94">
                  <c:v>0.6971947535496996</c:v>
                </c:pt>
                <c:pt idx="95">
                  <c:v>0.6971819819999366</c:v>
                </c:pt>
                <c:pt idx="96">
                  <c:v>0.6971740981505321</c:v>
                </c:pt>
                <c:pt idx="97">
                  <c:v>0.6971731582912516</c:v>
                </c:pt>
                <c:pt idx="98">
                  <c:v>0.6971794512417147</c:v>
                </c:pt>
                <c:pt idx="99">
                  <c:v>0.6971871402888596</c:v>
                </c:pt>
                <c:pt idx="100">
                  <c:v>0.6971940267654854</c:v>
                </c:pt>
                <c:pt idx="101">
                  <c:v>0.6971970680232368</c:v>
                </c:pt>
                <c:pt idx="102">
                  <c:v>0.6971942553902069</c:v>
                </c:pt>
                <c:pt idx="103">
                  <c:v>0.6971850445902615</c:v>
                </c:pt>
                <c:pt idx="104">
                  <c:v>0.6971703921058984</c:v>
                </c:pt>
                <c:pt idx="105">
                  <c:v>0.6971554528854774</c:v>
                </c:pt>
                <c:pt idx="106">
                  <c:v>0.6971439941745771</c:v>
                </c:pt>
                <c:pt idx="107">
                  <c:v>0.6971368021708734</c:v>
                </c:pt>
                <c:pt idx="108">
                  <c:v>0.6971340394671426</c:v>
                </c:pt>
                <c:pt idx="109">
                  <c:v>0.697136624313886</c:v>
                </c:pt>
                <c:pt idx="110">
                  <c:v>0.697142798572911</c:v>
                </c:pt>
                <c:pt idx="111">
                  <c:v>0.6971496199128523</c:v>
                </c:pt>
                <c:pt idx="112">
                  <c:v>0.697153138817882</c:v>
                </c:pt>
                <c:pt idx="113">
                  <c:v>0.6971504534637923</c:v>
                </c:pt>
                <c:pt idx="114">
                  <c:v>0.6971419440915935</c:v>
                </c:pt>
                <c:pt idx="115">
                  <c:v>0.6971277885043373</c:v>
                </c:pt>
                <c:pt idx="116">
                  <c:v>0.6971093552836413</c:v>
                </c:pt>
                <c:pt idx="117">
                  <c:v>0.6970931616373446</c:v>
                </c:pt>
                <c:pt idx="118">
                  <c:v>0.6970840359981595</c:v>
                </c:pt>
                <c:pt idx="119">
                  <c:v>0.6970827874496925</c:v>
                </c:pt>
                <c:pt idx="120">
                  <c:v>0.6970876173657901</c:v>
                </c:pt>
                <c:pt idx="121">
                  <c:v>0.6970940926645486</c:v>
                </c:pt>
                <c:pt idx="122">
                  <c:v>0.6970967349322215</c:v>
                </c:pt>
                <c:pt idx="123">
                  <c:v>0.6970922235171227</c:v>
                </c:pt>
                <c:pt idx="124">
                  <c:v>0.6970806255219605</c:v>
                </c:pt>
                <c:pt idx="125">
                  <c:v>0.6970646250101101</c:v>
                </c:pt>
                <c:pt idx="126">
                  <c:v>0.6970506259599386</c:v>
                </c:pt>
                <c:pt idx="127">
                  <c:v>0.6970441807684203</c:v>
                </c:pt>
                <c:pt idx="128">
                  <c:v>0.6970473331447229</c:v>
                </c:pt>
                <c:pt idx="129">
                  <c:v>0.6970569954429953</c:v>
                </c:pt>
                <c:pt idx="130">
                  <c:v>0.6970675619003449</c:v>
                </c:pt>
                <c:pt idx="131">
                  <c:v>0.6970730096981029</c:v>
                </c:pt>
                <c:pt idx="132">
                  <c:v>0.6970714360102429</c:v>
                </c:pt>
                <c:pt idx="133">
                  <c:v>0.6970661730447609</c:v>
                </c:pt>
                <c:pt idx="134">
                  <c:v>0.6970620256026293</c:v>
                </c:pt>
                <c:pt idx="135">
                  <c:v>0.6970622154984988</c:v>
                </c:pt>
                <c:pt idx="136">
                  <c:v>0.6970675966750203</c:v>
                </c:pt>
                <c:pt idx="137">
                  <c:v>0.6970776017322107</c:v>
                </c:pt>
                <c:pt idx="138">
                  <c:v>0.6970885634997486</c:v>
                </c:pt>
                <c:pt idx="139">
                  <c:v>0.6970964224153279</c:v>
                </c:pt>
                <c:pt idx="140">
                  <c:v>0.6971003707566441</c:v>
                </c:pt>
                <c:pt idx="141">
                  <c:v>0.6970998148429927</c:v>
                </c:pt>
                <c:pt idx="142">
                  <c:v>0.6970936659304627</c:v>
                </c:pt>
                <c:pt idx="143">
                  <c:v>0.6970852068895852</c:v>
                </c:pt>
                <c:pt idx="144">
                  <c:v>0.6970790214579051</c:v>
                </c:pt>
                <c:pt idx="145">
                  <c:v>0.6970788692714689</c:v>
                </c:pt>
                <c:pt idx="146">
                  <c:v>0.6970851486418027</c:v>
                </c:pt>
                <c:pt idx="147">
                  <c:v>0.6970957764208489</c:v>
                </c:pt>
                <c:pt idx="148">
                  <c:v>0.6971071708105979</c:v>
                </c:pt>
                <c:pt idx="149">
                  <c:v>0.6971151959694353</c:v>
                </c:pt>
                <c:pt idx="150">
                  <c:v>0.6971190371999683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Sheet1!$B$306</c:f>
              <c:strCache>
                <c:ptCount val="1"/>
                <c:pt idx="0">
                  <c:v>8°</c:v>
                </c:pt>
              </c:strCache>
            </c:strRef>
          </c:tx>
          <c:spPr>
            <a:ln w="22225">
              <a:solidFill>
                <a:srgbClr val="E54B6A"/>
              </a:solidFill>
            </a:ln>
          </c:spPr>
          <c:marker>
            <c:symbol val="none"/>
          </c:marker>
          <c:xVal>
            <c:numRef>
              <c:f>Sheet1!$A$307:$A$907</c:f>
              <c:numCache>
                <c:formatCode>General</c:formatCode>
                <c:ptCount val="601"/>
                <c:pt idx="0">
                  <c:v>300.0</c:v>
                </c:pt>
                <c:pt idx="1">
                  <c:v>301.0</c:v>
                </c:pt>
                <c:pt idx="2">
                  <c:v>302.0</c:v>
                </c:pt>
                <c:pt idx="3">
                  <c:v>303.0</c:v>
                </c:pt>
                <c:pt idx="4">
                  <c:v>304.0</c:v>
                </c:pt>
                <c:pt idx="5">
                  <c:v>305.0</c:v>
                </c:pt>
                <c:pt idx="6">
                  <c:v>306.0</c:v>
                </c:pt>
                <c:pt idx="7">
                  <c:v>307.0</c:v>
                </c:pt>
                <c:pt idx="8">
                  <c:v>308.0</c:v>
                </c:pt>
                <c:pt idx="9">
                  <c:v>309.0</c:v>
                </c:pt>
                <c:pt idx="10">
                  <c:v>310.0</c:v>
                </c:pt>
                <c:pt idx="11">
                  <c:v>311.0</c:v>
                </c:pt>
                <c:pt idx="12">
                  <c:v>312.0</c:v>
                </c:pt>
                <c:pt idx="13">
                  <c:v>313.0</c:v>
                </c:pt>
                <c:pt idx="14">
                  <c:v>314.0</c:v>
                </c:pt>
                <c:pt idx="15">
                  <c:v>315.0</c:v>
                </c:pt>
                <c:pt idx="16">
                  <c:v>316.0</c:v>
                </c:pt>
                <c:pt idx="17">
                  <c:v>317.0</c:v>
                </c:pt>
                <c:pt idx="18">
                  <c:v>318.0</c:v>
                </c:pt>
                <c:pt idx="19">
                  <c:v>319.0</c:v>
                </c:pt>
                <c:pt idx="20">
                  <c:v>320.0</c:v>
                </c:pt>
                <c:pt idx="21">
                  <c:v>321.0</c:v>
                </c:pt>
                <c:pt idx="22">
                  <c:v>322.0</c:v>
                </c:pt>
                <c:pt idx="23">
                  <c:v>323.0</c:v>
                </c:pt>
                <c:pt idx="24">
                  <c:v>324.0</c:v>
                </c:pt>
                <c:pt idx="25">
                  <c:v>325.0</c:v>
                </c:pt>
                <c:pt idx="26">
                  <c:v>326.0</c:v>
                </c:pt>
                <c:pt idx="27">
                  <c:v>327.0</c:v>
                </c:pt>
                <c:pt idx="28">
                  <c:v>328.0</c:v>
                </c:pt>
                <c:pt idx="29">
                  <c:v>329.0</c:v>
                </c:pt>
                <c:pt idx="30">
                  <c:v>330.0</c:v>
                </c:pt>
                <c:pt idx="31">
                  <c:v>331.0</c:v>
                </c:pt>
                <c:pt idx="32">
                  <c:v>332.0</c:v>
                </c:pt>
                <c:pt idx="33">
                  <c:v>333.0</c:v>
                </c:pt>
                <c:pt idx="34">
                  <c:v>334.0</c:v>
                </c:pt>
                <c:pt idx="35">
                  <c:v>335.0</c:v>
                </c:pt>
                <c:pt idx="36">
                  <c:v>336.0</c:v>
                </c:pt>
                <c:pt idx="37">
                  <c:v>337.0</c:v>
                </c:pt>
                <c:pt idx="38">
                  <c:v>338.0</c:v>
                </c:pt>
                <c:pt idx="39">
                  <c:v>339.0</c:v>
                </c:pt>
                <c:pt idx="40">
                  <c:v>340.0</c:v>
                </c:pt>
                <c:pt idx="41">
                  <c:v>341.0</c:v>
                </c:pt>
                <c:pt idx="42">
                  <c:v>342.0</c:v>
                </c:pt>
                <c:pt idx="43">
                  <c:v>343.0</c:v>
                </c:pt>
                <c:pt idx="44">
                  <c:v>344.0</c:v>
                </c:pt>
                <c:pt idx="45">
                  <c:v>345.0</c:v>
                </c:pt>
                <c:pt idx="46">
                  <c:v>346.0</c:v>
                </c:pt>
                <c:pt idx="47">
                  <c:v>347.0</c:v>
                </c:pt>
                <c:pt idx="48">
                  <c:v>348.0</c:v>
                </c:pt>
                <c:pt idx="49">
                  <c:v>349.0</c:v>
                </c:pt>
                <c:pt idx="50">
                  <c:v>350.0</c:v>
                </c:pt>
                <c:pt idx="51">
                  <c:v>351.0</c:v>
                </c:pt>
                <c:pt idx="52">
                  <c:v>352.0</c:v>
                </c:pt>
                <c:pt idx="53">
                  <c:v>353.0</c:v>
                </c:pt>
                <c:pt idx="54">
                  <c:v>354.0</c:v>
                </c:pt>
                <c:pt idx="55">
                  <c:v>355.0</c:v>
                </c:pt>
                <c:pt idx="56">
                  <c:v>356.0</c:v>
                </c:pt>
                <c:pt idx="57">
                  <c:v>357.0</c:v>
                </c:pt>
                <c:pt idx="58">
                  <c:v>358.0</c:v>
                </c:pt>
                <c:pt idx="59">
                  <c:v>359.0</c:v>
                </c:pt>
                <c:pt idx="60">
                  <c:v>360.0</c:v>
                </c:pt>
                <c:pt idx="61">
                  <c:v>361.0</c:v>
                </c:pt>
                <c:pt idx="62">
                  <c:v>362.0</c:v>
                </c:pt>
                <c:pt idx="63">
                  <c:v>363.0</c:v>
                </c:pt>
                <c:pt idx="64">
                  <c:v>364.0</c:v>
                </c:pt>
                <c:pt idx="65">
                  <c:v>365.0</c:v>
                </c:pt>
                <c:pt idx="66">
                  <c:v>366.0</c:v>
                </c:pt>
                <c:pt idx="67">
                  <c:v>367.0</c:v>
                </c:pt>
                <c:pt idx="68">
                  <c:v>368.0</c:v>
                </c:pt>
                <c:pt idx="69">
                  <c:v>369.0</c:v>
                </c:pt>
                <c:pt idx="70">
                  <c:v>370.0</c:v>
                </c:pt>
                <c:pt idx="71">
                  <c:v>371.0</c:v>
                </c:pt>
                <c:pt idx="72">
                  <c:v>372.0</c:v>
                </c:pt>
                <c:pt idx="73">
                  <c:v>373.0</c:v>
                </c:pt>
                <c:pt idx="74">
                  <c:v>374.0</c:v>
                </c:pt>
                <c:pt idx="75">
                  <c:v>375.0</c:v>
                </c:pt>
                <c:pt idx="76">
                  <c:v>376.0</c:v>
                </c:pt>
                <c:pt idx="77">
                  <c:v>377.0</c:v>
                </c:pt>
                <c:pt idx="78">
                  <c:v>378.0</c:v>
                </c:pt>
                <c:pt idx="79">
                  <c:v>379.0</c:v>
                </c:pt>
                <c:pt idx="80">
                  <c:v>380.0</c:v>
                </c:pt>
                <c:pt idx="81">
                  <c:v>381.0</c:v>
                </c:pt>
                <c:pt idx="82">
                  <c:v>382.0</c:v>
                </c:pt>
                <c:pt idx="83">
                  <c:v>383.0</c:v>
                </c:pt>
                <c:pt idx="84">
                  <c:v>384.0</c:v>
                </c:pt>
                <c:pt idx="85">
                  <c:v>385.0</c:v>
                </c:pt>
                <c:pt idx="86">
                  <c:v>386.0</c:v>
                </c:pt>
                <c:pt idx="87">
                  <c:v>387.0</c:v>
                </c:pt>
                <c:pt idx="88">
                  <c:v>388.0</c:v>
                </c:pt>
                <c:pt idx="89">
                  <c:v>389.0</c:v>
                </c:pt>
                <c:pt idx="90">
                  <c:v>390.0</c:v>
                </c:pt>
                <c:pt idx="91">
                  <c:v>391.0</c:v>
                </c:pt>
                <c:pt idx="92">
                  <c:v>392.0</c:v>
                </c:pt>
                <c:pt idx="93">
                  <c:v>393.0</c:v>
                </c:pt>
                <c:pt idx="94">
                  <c:v>394.0</c:v>
                </c:pt>
                <c:pt idx="95">
                  <c:v>395.0</c:v>
                </c:pt>
                <c:pt idx="96">
                  <c:v>396.0</c:v>
                </c:pt>
                <c:pt idx="97">
                  <c:v>397.0</c:v>
                </c:pt>
                <c:pt idx="98">
                  <c:v>398.0</c:v>
                </c:pt>
                <c:pt idx="99">
                  <c:v>399.0</c:v>
                </c:pt>
                <c:pt idx="100">
                  <c:v>400.0</c:v>
                </c:pt>
                <c:pt idx="101">
                  <c:v>401.0</c:v>
                </c:pt>
                <c:pt idx="102">
                  <c:v>402.0</c:v>
                </c:pt>
                <c:pt idx="103">
                  <c:v>403.0</c:v>
                </c:pt>
                <c:pt idx="104">
                  <c:v>404.0</c:v>
                </c:pt>
                <c:pt idx="105">
                  <c:v>405.0</c:v>
                </c:pt>
                <c:pt idx="106">
                  <c:v>406.0</c:v>
                </c:pt>
                <c:pt idx="107">
                  <c:v>407.0</c:v>
                </c:pt>
                <c:pt idx="108">
                  <c:v>408.0</c:v>
                </c:pt>
                <c:pt idx="109">
                  <c:v>409.0</c:v>
                </c:pt>
                <c:pt idx="110">
                  <c:v>410.0</c:v>
                </c:pt>
                <c:pt idx="111">
                  <c:v>411.0</c:v>
                </c:pt>
                <c:pt idx="112">
                  <c:v>412.0</c:v>
                </c:pt>
                <c:pt idx="113">
                  <c:v>413.0</c:v>
                </c:pt>
                <c:pt idx="114">
                  <c:v>414.0</c:v>
                </c:pt>
                <c:pt idx="115">
                  <c:v>415.0</c:v>
                </c:pt>
                <c:pt idx="116">
                  <c:v>416.0</c:v>
                </c:pt>
                <c:pt idx="117">
                  <c:v>417.0</c:v>
                </c:pt>
                <c:pt idx="118">
                  <c:v>418.0</c:v>
                </c:pt>
                <c:pt idx="119">
                  <c:v>419.0</c:v>
                </c:pt>
                <c:pt idx="120">
                  <c:v>420.0</c:v>
                </c:pt>
                <c:pt idx="121">
                  <c:v>421.0</c:v>
                </c:pt>
                <c:pt idx="122">
                  <c:v>422.0</c:v>
                </c:pt>
                <c:pt idx="123">
                  <c:v>423.0</c:v>
                </c:pt>
                <c:pt idx="124">
                  <c:v>424.0</c:v>
                </c:pt>
                <c:pt idx="125">
                  <c:v>425.0</c:v>
                </c:pt>
                <c:pt idx="126">
                  <c:v>426.0</c:v>
                </c:pt>
                <c:pt idx="127">
                  <c:v>427.0</c:v>
                </c:pt>
                <c:pt idx="128">
                  <c:v>428.0</c:v>
                </c:pt>
                <c:pt idx="129">
                  <c:v>429.0</c:v>
                </c:pt>
                <c:pt idx="130">
                  <c:v>430.0</c:v>
                </c:pt>
                <c:pt idx="131">
                  <c:v>431.0</c:v>
                </c:pt>
                <c:pt idx="132">
                  <c:v>432.0</c:v>
                </c:pt>
                <c:pt idx="133">
                  <c:v>433.0</c:v>
                </c:pt>
                <c:pt idx="134">
                  <c:v>434.0</c:v>
                </c:pt>
                <c:pt idx="135">
                  <c:v>435.0</c:v>
                </c:pt>
                <c:pt idx="136">
                  <c:v>436.0</c:v>
                </c:pt>
                <c:pt idx="137">
                  <c:v>437.0</c:v>
                </c:pt>
                <c:pt idx="138">
                  <c:v>438.0</c:v>
                </c:pt>
                <c:pt idx="139">
                  <c:v>439.0</c:v>
                </c:pt>
                <c:pt idx="140">
                  <c:v>440.0</c:v>
                </c:pt>
                <c:pt idx="141">
                  <c:v>441.0</c:v>
                </c:pt>
                <c:pt idx="142">
                  <c:v>442.0</c:v>
                </c:pt>
                <c:pt idx="143">
                  <c:v>443.0</c:v>
                </c:pt>
                <c:pt idx="144">
                  <c:v>444.0</c:v>
                </c:pt>
                <c:pt idx="145">
                  <c:v>445.0</c:v>
                </c:pt>
                <c:pt idx="146">
                  <c:v>446.0</c:v>
                </c:pt>
                <c:pt idx="147">
                  <c:v>447.0</c:v>
                </c:pt>
                <c:pt idx="148">
                  <c:v>448.0</c:v>
                </c:pt>
                <c:pt idx="149">
                  <c:v>449.0</c:v>
                </c:pt>
                <c:pt idx="150">
                  <c:v>450.0</c:v>
                </c:pt>
                <c:pt idx="151">
                  <c:v>451.0</c:v>
                </c:pt>
                <c:pt idx="152">
                  <c:v>452.0</c:v>
                </c:pt>
                <c:pt idx="153">
                  <c:v>453.0</c:v>
                </c:pt>
                <c:pt idx="154">
                  <c:v>454.0</c:v>
                </c:pt>
                <c:pt idx="155">
                  <c:v>455.0</c:v>
                </c:pt>
                <c:pt idx="156">
                  <c:v>456.0</c:v>
                </c:pt>
                <c:pt idx="157">
                  <c:v>457.0</c:v>
                </c:pt>
                <c:pt idx="158">
                  <c:v>458.0</c:v>
                </c:pt>
                <c:pt idx="159">
                  <c:v>459.0</c:v>
                </c:pt>
                <c:pt idx="160">
                  <c:v>460.0</c:v>
                </c:pt>
                <c:pt idx="161">
                  <c:v>461.0</c:v>
                </c:pt>
                <c:pt idx="162">
                  <c:v>462.0</c:v>
                </c:pt>
                <c:pt idx="163">
                  <c:v>463.0</c:v>
                </c:pt>
                <c:pt idx="164">
                  <c:v>464.0</c:v>
                </c:pt>
                <c:pt idx="165">
                  <c:v>465.0</c:v>
                </c:pt>
                <c:pt idx="166">
                  <c:v>466.0</c:v>
                </c:pt>
                <c:pt idx="167">
                  <c:v>467.0</c:v>
                </c:pt>
                <c:pt idx="168">
                  <c:v>468.0</c:v>
                </c:pt>
                <c:pt idx="169">
                  <c:v>469.0</c:v>
                </c:pt>
                <c:pt idx="170">
                  <c:v>470.0</c:v>
                </c:pt>
                <c:pt idx="171">
                  <c:v>471.0</c:v>
                </c:pt>
                <c:pt idx="172">
                  <c:v>472.0</c:v>
                </c:pt>
                <c:pt idx="173">
                  <c:v>473.0</c:v>
                </c:pt>
                <c:pt idx="174">
                  <c:v>474.0</c:v>
                </c:pt>
                <c:pt idx="175">
                  <c:v>475.0</c:v>
                </c:pt>
                <c:pt idx="176">
                  <c:v>476.0</c:v>
                </c:pt>
                <c:pt idx="177">
                  <c:v>477.0</c:v>
                </c:pt>
                <c:pt idx="178">
                  <c:v>478.0</c:v>
                </c:pt>
                <c:pt idx="179">
                  <c:v>479.0</c:v>
                </c:pt>
                <c:pt idx="180">
                  <c:v>480.0</c:v>
                </c:pt>
                <c:pt idx="181">
                  <c:v>481.0</c:v>
                </c:pt>
                <c:pt idx="182">
                  <c:v>482.0</c:v>
                </c:pt>
                <c:pt idx="183">
                  <c:v>483.0</c:v>
                </c:pt>
                <c:pt idx="184">
                  <c:v>484.0</c:v>
                </c:pt>
                <c:pt idx="185">
                  <c:v>485.0</c:v>
                </c:pt>
                <c:pt idx="186">
                  <c:v>486.0</c:v>
                </c:pt>
                <c:pt idx="187">
                  <c:v>487.0</c:v>
                </c:pt>
                <c:pt idx="188">
                  <c:v>488.0</c:v>
                </c:pt>
                <c:pt idx="189">
                  <c:v>489.0</c:v>
                </c:pt>
                <c:pt idx="190">
                  <c:v>490.0</c:v>
                </c:pt>
                <c:pt idx="191">
                  <c:v>491.0</c:v>
                </c:pt>
                <c:pt idx="192">
                  <c:v>492.0</c:v>
                </c:pt>
                <c:pt idx="193">
                  <c:v>493.0</c:v>
                </c:pt>
                <c:pt idx="194">
                  <c:v>494.0</c:v>
                </c:pt>
                <c:pt idx="195">
                  <c:v>495.0</c:v>
                </c:pt>
                <c:pt idx="196">
                  <c:v>496.0</c:v>
                </c:pt>
                <c:pt idx="197">
                  <c:v>497.0</c:v>
                </c:pt>
                <c:pt idx="198">
                  <c:v>498.0</c:v>
                </c:pt>
                <c:pt idx="199">
                  <c:v>499.0</c:v>
                </c:pt>
                <c:pt idx="200">
                  <c:v>500.0</c:v>
                </c:pt>
                <c:pt idx="201">
                  <c:v>501.0</c:v>
                </c:pt>
                <c:pt idx="202">
                  <c:v>502.0</c:v>
                </c:pt>
                <c:pt idx="203">
                  <c:v>503.0</c:v>
                </c:pt>
                <c:pt idx="204">
                  <c:v>504.0</c:v>
                </c:pt>
                <c:pt idx="205">
                  <c:v>505.0</c:v>
                </c:pt>
                <c:pt idx="206">
                  <c:v>506.0</c:v>
                </c:pt>
                <c:pt idx="207">
                  <c:v>507.0</c:v>
                </c:pt>
                <c:pt idx="208">
                  <c:v>508.0</c:v>
                </c:pt>
                <c:pt idx="209">
                  <c:v>509.0</c:v>
                </c:pt>
                <c:pt idx="210">
                  <c:v>510.0</c:v>
                </c:pt>
                <c:pt idx="211">
                  <c:v>511.0</c:v>
                </c:pt>
                <c:pt idx="212">
                  <c:v>512.0</c:v>
                </c:pt>
                <c:pt idx="213">
                  <c:v>513.0</c:v>
                </c:pt>
                <c:pt idx="214">
                  <c:v>514.0</c:v>
                </c:pt>
                <c:pt idx="215">
                  <c:v>515.0</c:v>
                </c:pt>
                <c:pt idx="216">
                  <c:v>516.0</c:v>
                </c:pt>
                <c:pt idx="217">
                  <c:v>517.0</c:v>
                </c:pt>
                <c:pt idx="218">
                  <c:v>518.0</c:v>
                </c:pt>
                <c:pt idx="219">
                  <c:v>519.0</c:v>
                </c:pt>
                <c:pt idx="220">
                  <c:v>520.0</c:v>
                </c:pt>
                <c:pt idx="221">
                  <c:v>521.0</c:v>
                </c:pt>
                <c:pt idx="222">
                  <c:v>522.0</c:v>
                </c:pt>
                <c:pt idx="223">
                  <c:v>523.0</c:v>
                </c:pt>
                <c:pt idx="224">
                  <c:v>524.0</c:v>
                </c:pt>
                <c:pt idx="225">
                  <c:v>525.0</c:v>
                </c:pt>
                <c:pt idx="226">
                  <c:v>526.0</c:v>
                </c:pt>
                <c:pt idx="227">
                  <c:v>527.0</c:v>
                </c:pt>
                <c:pt idx="228">
                  <c:v>528.0</c:v>
                </c:pt>
                <c:pt idx="229">
                  <c:v>529.0</c:v>
                </c:pt>
                <c:pt idx="230">
                  <c:v>530.0</c:v>
                </c:pt>
                <c:pt idx="231">
                  <c:v>531.0</c:v>
                </c:pt>
                <c:pt idx="232">
                  <c:v>532.0</c:v>
                </c:pt>
                <c:pt idx="233">
                  <c:v>533.0</c:v>
                </c:pt>
                <c:pt idx="234">
                  <c:v>534.0</c:v>
                </c:pt>
                <c:pt idx="235">
                  <c:v>535.0</c:v>
                </c:pt>
                <c:pt idx="236">
                  <c:v>536.0</c:v>
                </c:pt>
                <c:pt idx="237">
                  <c:v>537.0</c:v>
                </c:pt>
                <c:pt idx="238">
                  <c:v>538.0</c:v>
                </c:pt>
                <c:pt idx="239">
                  <c:v>539.0</c:v>
                </c:pt>
                <c:pt idx="240">
                  <c:v>540.0</c:v>
                </c:pt>
                <c:pt idx="241">
                  <c:v>541.0</c:v>
                </c:pt>
                <c:pt idx="242">
                  <c:v>542.0</c:v>
                </c:pt>
                <c:pt idx="243">
                  <c:v>543.0</c:v>
                </c:pt>
                <c:pt idx="244">
                  <c:v>544.0</c:v>
                </c:pt>
                <c:pt idx="245">
                  <c:v>545.0</c:v>
                </c:pt>
                <c:pt idx="246">
                  <c:v>546.0</c:v>
                </c:pt>
                <c:pt idx="247">
                  <c:v>547.0</c:v>
                </c:pt>
                <c:pt idx="248">
                  <c:v>548.0</c:v>
                </c:pt>
                <c:pt idx="249">
                  <c:v>549.0</c:v>
                </c:pt>
                <c:pt idx="250">
                  <c:v>550.0</c:v>
                </c:pt>
                <c:pt idx="251">
                  <c:v>551.0</c:v>
                </c:pt>
                <c:pt idx="252">
                  <c:v>552.0</c:v>
                </c:pt>
                <c:pt idx="253">
                  <c:v>553.0</c:v>
                </c:pt>
                <c:pt idx="254">
                  <c:v>554.0</c:v>
                </c:pt>
                <c:pt idx="255">
                  <c:v>555.0</c:v>
                </c:pt>
                <c:pt idx="256">
                  <c:v>556.0</c:v>
                </c:pt>
                <c:pt idx="257">
                  <c:v>557.0</c:v>
                </c:pt>
                <c:pt idx="258">
                  <c:v>558.0</c:v>
                </c:pt>
                <c:pt idx="259">
                  <c:v>559.0</c:v>
                </c:pt>
                <c:pt idx="260">
                  <c:v>560.0</c:v>
                </c:pt>
                <c:pt idx="261">
                  <c:v>561.0</c:v>
                </c:pt>
                <c:pt idx="262">
                  <c:v>562.0</c:v>
                </c:pt>
                <c:pt idx="263">
                  <c:v>563.0</c:v>
                </c:pt>
                <c:pt idx="264">
                  <c:v>564.0</c:v>
                </c:pt>
                <c:pt idx="265">
                  <c:v>565.0</c:v>
                </c:pt>
                <c:pt idx="266">
                  <c:v>566.0</c:v>
                </c:pt>
                <c:pt idx="267">
                  <c:v>567.0</c:v>
                </c:pt>
                <c:pt idx="268">
                  <c:v>568.0</c:v>
                </c:pt>
                <c:pt idx="269">
                  <c:v>569.0</c:v>
                </c:pt>
                <c:pt idx="270">
                  <c:v>570.0</c:v>
                </c:pt>
                <c:pt idx="271">
                  <c:v>571.0</c:v>
                </c:pt>
                <c:pt idx="272">
                  <c:v>572.0</c:v>
                </c:pt>
                <c:pt idx="273">
                  <c:v>573.0</c:v>
                </c:pt>
                <c:pt idx="274">
                  <c:v>574.0</c:v>
                </c:pt>
                <c:pt idx="275">
                  <c:v>575.0</c:v>
                </c:pt>
                <c:pt idx="276">
                  <c:v>576.0</c:v>
                </c:pt>
                <c:pt idx="277">
                  <c:v>577.0</c:v>
                </c:pt>
                <c:pt idx="278">
                  <c:v>578.0</c:v>
                </c:pt>
                <c:pt idx="279">
                  <c:v>579.0</c:v>
                </c:pt>
                <c:pt idx="280">
                  <c:v>580.0</c:v>
                </c:pt>
                <c:pt idx="281">
                  <c:v>581.0</c:v>
                </c:pt>
                <c:pt idx="282">
                  <c:v>582.0</c:v>
                </c:pt>
                <c:pt idx="283">
                  <c:v>583.0</c:v>
                </c:pt>
                <c:pt idx="284">
                  <c:v>584.0</c:v>
                </c:pt>
                <c:pt idx="285">
                  <c:v>585.0</c:v>
                </c:pt>
                <c:pt idx="286">
                  <c:v>586.0</c:v>
                </c:pt>
                <c:pt idx="287">
                  <c:v>587.0</c:v>
                </c:pt>
                <c:pt idx="288">
                  <c:v>588.0</c:v>
                </c:pt>
                <c:pt idx="289">
                  <c:v>589.0</c:v>
                </c:pt>
                <c:pt idx="290">
                  <c:v>590.0</c:v>
                </c:pt>
                <c:pt idx="291">
                  <c:v>591.0</c:v>
                </c:pt>
                <c:pt idx="292">
                  <c:v>592.0</c:v>
                </c:pt>
                <c:pt idx="293">
                  <c:v>593.0</c:v>
                </c:pt>
                <c:pt idx="294">
                  <c:v>594.0</c:v>
                </c:pt>
                <c:pt idx="295">
                  <c:v>595.0</c:v>
                </c:pt>
                <c:pt idx="296">
                  <c:v>596.0</c:v>
                </c:pt>
                <c:pt idx="297">
                  <c:v>597.0</c:v>
                </c:pt>
                <c:pt idx="298">
                  <c:v>598.0</c:v>
                </c:pt>
                <c:pt idx="299">
                  <c:v>599.0</c:v>
                </c:pt>
                <c:pt idx="300">
                  <c:v>600.0</c:v>
                </c:pt>
                <c:pt idx="301">
                  <c:v>601.0</c:v>
                </c:pt>
                <c:pt idx="302">
                  <c:v>602.0</c:v>
                </c:pt>
                <c:pt idx="303">
                  <c:v>603.0</c:v>
                </c:pt>
                <c:pt idx="304">
                  <c:v>604.0</c:v>
                </c:pt>
                <c:pt idx="305">
                  <c:v>605.0</c:v>
                </c:pt>
                <c:pt idx="306">
                  <c:v>606.0</c:v>
                </c:pt>
                <c:pt idx="307">
                  <c:v>607.0</c:v>
                </c:pt>
                <c:pt idx="308">
                  <c:v>608.0</c:v>
                </c:pt>
                <c:pt idx="309">
                  <c:v>609.0</c:v>
                </c:pt>
                <c:pt idx="310">
                  <c:v>610.0</c:v>
                </c:pt>
                <c:pt idx="311">
                  <c:v>611.0</c:v>
                </c:pt>
                <c:pt idx="312">
                  <c:v>612.0</c:v>
                </c:pt>
                <c:pt idx="313">
                  <c:v>613.0</c:v>
                </c:pt>
                <c:pt idx="314">
                  <c:v>614.0</c:v>
                </c:pt>
                <c:pt idx="315">
                  <c:v>615.0</c:v>
                </c:pt>
                <c:pt idx="316">
                  <c:v>616.0</c:v>
                </c:pt>
                <c:pt idx="317">
                  <c:v>617.0</c:v>
                </c:pt>
                <c:pt idx="318">
                  <c:v>618.0</c:v>
                </c:pt>
                <c:pt idx="319">
                  <c:v>619.0</c:v>
                </c:pt>
                <c:pt idx="320">
                  <c:v>620.0</c:v>
                </c:pt>
                <c:pt idx="321">
                  <c:v>621.0</c:v>
                </c:pt>
                <c:pt idx="322">
                  <c:v>622.0</c:v>
                </c:pt>
                <c:pt idx="323">
                  <c:v>623.0</c:v>
                </c:pt>
                <c:pt idx="324">
                  <c:v>624.0</c:v>
                </c:pt>
                <c:pt idx="325">
                  <c:v>625.0</c:v>
                </c:pt>
                <c:pt idx="326">
                  <c:v>626.0</c:v>
                </c:pt>
                <c:pt idx="327">
                  <c:v>627.0</c:v>
                </c:pt>
                <c:pt idx="328">
                  <c:v>628.0</c:v>
                </c:pt>
                <c:pt idx="329">
                  <c:v>629.0</c:v>
                </c:pt>
                <c:pt idx="330">
                  <c:v>630.0</c:v>
                </c:pt>
                <c:pt idx="331">
                  <c:v>631.0</c:v>
                </c:pt>
                <c:pt idx="332">
                  <c:v>632.0</c:v>
                </c:pt>
                <c:pt idx="333">
                  <c:v>633.0</c:v>
                </c:pt>
                <c:pt idx="334">
                  <c:v>634.0</c:v>
                </c:pt>
                <c:pt idx="335">
                  <c:v>635.0</c:v>
                </c:pt>
                <c:pt idx="336">
                  <c:v>636.0</c:v>
                </c:pt>
                <c:pt idx="337">
                  <c:v>637.0</c:v>
                </c:pt>
                <c:pt idx="338">
                  <c:v>638.0</c:v>
                </c:pt>
                <c:pt idx="339">
                  <c:v>639.0</c:v>
                </c:pt>
                <c:pt idx="340">
                  <c:v>640.0</c:v>
                </c:pt>
                <c:pt idx="341">
                  <c:v>641.0</c:v>
                </c:pt>
                <c:pt idx="342">
                  <c:v>642.0</c:v>
                </c:pt>
                <c:pt idx="343">
                  <c:v>643.0</c:v>
                </c:pt>
                <c:pt idx="344">
                  <c:v>644.0</c:v>
                </c:pt>
                <c:pt idx="345">
                  <c:v>645.0</c:v>
                </c:pt>
                <c:pt idx="346">
                  <c:v>646.0</c:v>
                </c:pt>
                <c:pt idx="347">
                  <c:v>647.0</c:v>
                </c:pt>
                <c:pt idx="348">
                  <c:v>648.0</c:v>
                </c:pt>
                <c:pt idx="349">
                  <c:v>649.0</c:v>
                </c:pt>
                <c:pt idx="350">
                  <c:v>650.0</c:v>
                </c:pt>
                <c:pt idx="351">
                  <c:v>651.0</c:v>
                </c:pt>
                <c:pt idx="352">
                  <c:v>652.0</c:v>
                </c:pt>
                <c:pt idx="353">
                  <c:v>653.0</c:v>
                </c:pt>
                <c:pt idx="354">
                  <c:v>654.0</c:v>
                </c:pt>
                <c:pt idx="355">
                  <c:v>655.0</c:v>
                </c:pt>
                <c:pt idx="356">
                  <c:v>656.0</c:v>
                </c:pt>
                <c:pt idx="357">
                  <c:v>657.0</c:v>
                </c:pt>
                <c:pt idx="358">
                  <c:v>658.0</c:v>
                </c:pt>
                <c:pt idx="359">
                  <c:v>659.0</c:v>
                </c:pt>
                <c:pt idx="360">
                  <c:v>660.0</c:v>
                </c:pt>
                <c:pt idx="361">
                  <c:v>661.0</c:v>
                </c:pt>
                <c:pt idx="362">
                  <c:v>662.0</c:v>
                </c:pt>
                <c:pt idx="363">
                  <c:v>663.0</c:v>
                </c:pt>
                <c:pt idx="364">
                  <c:v>664.0</c:v>
                </c:pt>
                <c:pt idx="365">
                  <c:v>665.0</c:v>
                </c:pt>
                <c:pt idx="366">
                  <c:v>666.0</c:v>
                </c:pt>
                <c:pt idx="367">
                  <c:v>667.0</c:v>
                </c:pt>
                <c:pt idx="368">
                  <c:v>668.0</c:v>
                </c:pt>
                <c:pt idx="369">
                  <c:v>669.0</c:v>
                </c:pt>
                <c:pt idx="370">
                  <c:v>670.0</c:v>
                </c:pt>
                <c:pt idx="371">
                  <c:v>671.0</c:v>
                </c:pt>
                <c:pt idx="372">
                  <c:v>672.0</c:v>
                </c:pt>
                <c:pt idx="373">
                  <c:v>673.0</c:v>
                </c:pt>
                <c:pt idx="374">
                  <c:v>674.0</c:v>
                </c:pt>
                <c:pt idx="375">
                  <c:v>675.0</c:v>
                </c:pt>
                <c:pt idx="376">
                  <c:v>676.0</c:v>
                </c:pt>
                <c:pt idx="377">
                  <c:v>677.0</c:v>
                </c:pt>
                <c:pt idx="378">
                  <c:v>678.0</c:v>
                </c:pt>
                <c:pt idx="379">
                  <c:v>679.0</c:v>
                </c:pt>
                <c:pt idx="380">
                  <c:v>680.0</c:v>
                </c:pt>
                <c:pt idx="381">
                  <c:v>681.0</c:v>
                </c:pt>
                <c:pt idx="382">
                  <c:v>682.0</c:v>
                </c:pt>
                <c:pt idx="383">
                  <c:v>683.0</c:v>
                </c:pt>
                <c:pt idx="384">
                  <c:v>684.0</c:v>
                </c:pt>
                <c:pt idx="385">
                  <c:v>685.0</c:v>
                </c:pt>
                <c:pt idx="386">
                  <c:v>686.0</c:v>
                </c:pt>
                <c:pt idx="387">
                  <c:v>687.0</c:v>
                </c:pt>
                <c:pt idx="388">
                  <c:v>688.0</c:v>
                </c:pt>
                <c:pt idx="389">
                  <c:v>689.0</c:v>
                </c:pt>
                <c:pt idx="390">
                  <c:v>690.0</c:v>
                </c:pt>
                <c:pt idx="391">
                  <c:v>691.0</c:v>
                </c:pt>
                <c:pt idx="392">
                  <c:v>692.0</c:v>
                </c:pt>
                <c:pt idx="393">
                  <c:v>693.0</c:v>
                </c:pt>
                <c:pt idx="394">
                  <c:v>694.0</c:v>
                </c:pt>
                <c:pt idx="395">
                  <c:v>695.0</c:v>
                </c:pt>
                <c:pt idx="396">
                  <c:v>696.0</c:v>
                </c:pt>
                <c:pt idx="397">
                  <c:v>697.0</c:v>
                </c:pt>
                <c:pt idx="398">
                  <c:v>698.0</c:v>
                </c:pt>
                <c:pt idx="399">
                  <c:v>699.0</c:v>
                </c:pt>
                <c:pt idx="400">
                  <c:v>700.0</c:v>
                </c:pt>
                <c:pt idx="401">
                  <c:v>701.0</c:v>
                </c:pt>
                <c:pt idx="402">
                  <c:v>702.0</c:v>
                </c:pt>
                <c:pt idx="403">
                  <c:v>703.0</c:v>
                </c:pt>
                <c:pt idx="404">
                  <c:v>704.0</c:v>
                </c:pt>
                <c:pt idx="405">
                  <c:v>705.0</c:v>
                </c:pt>
                <c:pt idx="406">
                  <c:v>706.0</c:v>
                </c:pt>
                <c:pt idx="407">
                  <c:v>707.0</c:v>
                </c:pt>
                <c:pt idx="408">
                  <c:v>708.0</c:v>
                </c:pt>
                <c:pt idx="409">
                  <c:v>709.0</c:v>
                </c:pt>
                <c:pt idx="410">
                  <c:v>710.0</c:v>
                </c:pt>
                <c:pt idx="411">
                  <c:v>711.0</c:v>
                </c:pt>
                <c:pt idx="412">
                  <c:v>712.0</c:v>
                </c:pt>
                <c:pt idx="413">
                  <c:v>713.0</c:v>
                </c:pt>
                <c:pt idx="414">
                  <c:v>714.0</c:v>
                </c:pt>
                <c:pt idx="415">
                  <c:v>715.0</c:v>
                </c:pt>
                <c:pt idx="416">
                  <c:v>716.0</c:v>
                </c:pt>
                <c:pt idx="417">
                  <c:v>717.0</c:v>
                </c:pt>
                <c:pt idx="418">
                  <c:v>718.0</c:v>
                </c:pt>
                <c:pt idx="419">
                  <c:v>719.0</c:v>
                </c:pt>
                <c:pt idx="420">
                  <c:v>720.0</c:v>
                </c:pt>
                <c:pt idx="421">
                  <c:v>721.0</c:v>
                </c:pt>
                <c:pt idx="422">
                  <c:v>722.0</c:v>
                </c:pt>
                <c:pt idx="423">
                  <c:v>723.0</c:v>
                </c:pt>
                <c:pt idx="424">
                  <c:v>724.0</c:v>
                </c:pt>
                <c:pt idx="425">
                  <c:v>725.0</c:v>
                </c:pt>
                <c:pt idx="426">
                  <c:v>726.0</c:v>
                </c:pt>
                <c:pt idx="427">
                  <c:v>727.0</c:v>
                </c:pt>
                <c:pt idx="428">
                  <c:v>728.0</c:v>
                </c:pt>
                <c:pt idx="429">
                  <c:v>729.0</c:v>
                </c:pt>
                <c:pt idx="430">
                  <c:v>730.0</c:v>
                </c:pt>
                <c:pt idx="431">
                  <c:v>731.0</c:v>
                </c:pt>
                <c:pt idx="432">
                  <c:v>732.0</c:v>
                </c:pt>
                <c:pt idx="433">
                  <c:v>733.0</c:v>
                </c:pt>
                <c:pt idx="434">
                  <c:v>734.0</c:v>
                </c:pt>
                <c:pt idx="435">
                  <c:v>735.0</c:v>
                </c:pt>
                <c:pt idx="436">
                  <c:v>736.0</c:v>
                </c:pt>
                <c:pt idx="437">
                  <c:v>737.0</c:v>
                </c:pt>
                <c:pt idx="438">
                  <c:v>738.0</c:v>
                </c:pt>
                <c:pt idx="439">
                  <c:v>739.0</c:v>
                </c:pt>
                <c:pt idx="440">
                  <c:v>740.0</c:v>
                </c:pt>
                <c:pt idx="441">
                  <c:v>741.0</c:v>
                </c:pt>
                <c:pt idx="442">
                  <c:v>742.0</c:v>
                </c:pt>
                <c:pt idx="443">
                  <c:v>743.0</c:v>
                </c:pt>
                <c:pt idx="444">
                  <c:v>744.0</c:v>
                </c:pt>
                <c:pt idx="445">
                  <c:v>745.0</c:v>
                </c:pt>
                <c:pt idx="446">
                  <c:v>746.0</c:v>
                </c:pt>
                <c:pt idx="447">
                  <c:v>747.0</c:v>
                </c:pt>
                <c:pt idx="448">
                  <c:v>748.0</c:v>
                </c:pt>
                <c:pt idx="449">
                  <c:v>749.0</c:v>
                </c:pt>
                <c:pt idx="450">
                  <c:v>750.0</c:v>
                </c:pt>
                <c:pt idx="451">
                  <c:v>751.0</c:v>
                </c:pt>
                <c:pt idx="452">
                  <c:v>752.0</c:v>
                </c:pt>
                <c:pt idx="453">
                  <c:v>753.0</c:v>
                </c:pt>
                <c:pt idx="454">
                  <c:v>754.0</c:v>
                </c:pt>
                <c:pt idx="455">
                  <c:v>755.0</c:v>
                </c:pt>
                <c:pt idx="456">
                  <c:v>756.0</c:v>
                </c:pt>
                <c:pt idx="457">
                  <c:v>757.0</c:v>
                </c:pt>
                <c:pt idx="458">
                  <c:v>758.0</c:v>
                </c:pt>
                <c:pt idx="459">
                  <c:v>759.0</c:v>
                </c:pt>
                <c:pt idx="460">
                  <c:v>760.0</c:v>
                </c:pt>
                <c:pt idx="461">
                  <c:v>761.0</c:v>
                </c:pt>
                <c:pt idx="462">
                  <c:v>762.0</c:v>
                </c:pt>
                <c:pt idx="463">
                  <c:v>763.0</c:v>
                </c:pt>
                <c:pt idx="464">
                  <c:v>764.0</c:v>
                </c:pt>
                <c:pt idx="465">
                  <c:v>765.0</c:v>
                </c:pt>
                <c:pt idx="466">
                  <c:v>766.0</c:v>
                </c:pt>
                <c:pt idx="467">
                  <c:v>767.0</c:v>
                </c:pt>
                <c:pt idx="468">
                  <c:v>768.0</c:v>
                </c:pt>
                <c:pt idx="469">
                  <c:v>769.0</c:v>
                </c:pt>
                <c:pt idx="470">
                  <c:v>770.0</c:v>
                </c:pt>
                <c:pt idx="471">
                  <c:v>771.0</c:v>
                </c:pt>
                <c:pt idx="472">
                  <c:v>772.0</c:v>
                </c:pt>
                <c:pt idx="473">
                  <c:v>773.0</c:v>
                </c:pt>
                <c:pt idx="474">
                  <c:v>774.0</c:v>
                </c:pt>
                <c:pt idx="475">
                  <c:v>775.0</c:v>
                </c:pt>
                <c:pt idx="476">
                  <c:v>776.0</c:v>
                </c:pt>
                <c:pt idx="477">
                  <c:v>777.0</c:v>
                </c:pt>
                <c:pt idx="478">
                  <c:v>778.0</c:v>
                </c:pt>
                <c:pt idx="479">
                  <c:v>779.0</c:v>
                </c:pt>
                <c:pt idx="480">
                  <c:v>780.0</c:v>
                </c:pt>
                <c:pt idx="481">
                  <c:v>781.0</c:v>
                </c:pt>
                <c:pt idx="482">
                  <c:v>782.0</c:v>
                </c:pt>
                <c:pt idx="483">
                  <c:v>783.0</c:v>
                </c:pt>
                <c:pt idx="484">
                  <c:v>784.0</c:v>
                </c:pt>
                <c:pt idx="485">
                  <c:v>785.0</c:v>
                </c:pt>
                <c:pt idx="486">
                  <c:v>786.0</c:v>
                </c:pt>
                <c:pt idx="487">
                  <c:v>787.0</c:v>
                </c:pt>
                <c:pt idx="488">
                  <c:v>788.0</c:v>
                </c:pt>
                <c:pt idx="489">
                  <c:v>789.0</c:v>
                </c:pt>
                <c:pt idx="490">
                  <c:v>790.0</c:v>
                </c:pt>
                <c:pt idx="491">
                  <c:v>791.0</c:v>
                </c:pt>
                <c:pt idx="492">
                  <c:v>792.0</c:v>
                </c:pt>
                <c:pt idx="493">
                  <c:v>793.0</c:v>
                </c:pt>
                <c:pt idx="494">
                  <c:v>794.0</c:v>
                </c:pt>
                <c:pt idx="495">
                  <c:v>795.0</c:v>
                </c:pt>
                <c:pt idx="496">
                  <c:v>796.0</c:v>
                </c:pt>
                <c:pt idx="497">
                  <c:v>797.0</c:v>
                </c:pt>
                <c:pt idx="498">
                  <c:v>798.0</c:v>
                </c:pt>
                <c:pt idx="499">
                  <c:v>799.0</c:v>
                </c:pt>
                <c:pt idx="500">
                  <c:v>800.0</c:v>
                </c:pt>
                <c:pt idx="501">
                  <c:v>801.0</c:v>
                </c:pt>
                <c:pt idx="502">
                  <c:v>802.0</c:v>
                </c:pt>
                <c:pt idx="503">
                  <c:v>803.0</c:v>
                </c:pt>
                <c:pt idx="504">
                  <c:v>804.0</c:v>
                </c:pt>
                <c:pt idx="505">
                  <c:v>805.0</c:v>
                </c:pt>
                <c:pt idx="506">
                  <c:v>806.0</c:v>
                </c:pt>
                <c:pt idx="507">
                  <c:v>807.0</c:v>
                </c:pt>
                <c:pt idx="508">
                  <c:v>808.0</c:v>
                </c:pt>
                <c:pt idx="509">
                  <c:v>809.0</c:v>
                </c:pt>
                <c:pt idx="510">
                  <c:v>810.0</c:v>
                </c:pt>
                <c:pt idx="511">
                  <c:v>811.0</c:v>
                </c:pt>
                <c:pt idx="512">
                  <c:v>812.0</c:v>
                </c:pt>
                <c:pt idx="513">
                  <c:v>813.0</c:v>
                </c:pt>
                <c:pt idx="514">
                  <c:v>814.0</c:v>
                </c:pt>
                <c:pt idx="515">
                  <c:v>815.0</c:v>
                </c:pt>
                <c:pt idx="516">
                  <c:v>816.0</c:v>
                </c:pt>
                <c:pt idx="517">
                  <c:v>817.0</c:v>
                </c:pt>
                <c:pt idx="518">
                  <c:v>818.0</c:v>
                </c:pt>
                <c:pt idx="519">
                  <c:v>819.0</c:v>
                </c:pt>
                <c:pt idx="520">
                  <c:v>820.0</c:v>
                </c:pt>
                <c:pt idx="521">
                  <c:v>821.0</c:v>
                </c:pt>
                <c:pt idx="522">
                  <c:v>822.0</c:v>
                </c:pt>
                <c:pt idx="523">
                  <c:v>823.0</c:v>
                </c:pt>
                <c:pt idx="524">
                  <c:v>824.0</c:v>
                </c:pt>
                <c:pt idx="525">
                  <c:v>825.0</c:v>
                </c:pt>
                <c:pt idx="526">
                  <c:v>826.0</c:v>
                </c:pt>
                <c:pt idx="527">
                  <c:v>827.0</c:v>
                </c:pt>
                <c:pt idx="528">
                  <c:v>828.0</c:v>
                </c:pt>
                <c:pt idx="529">
                  <c:v>829.0</c:v>
                </c:pt>
                <c:pt idx="530">
                  <c:v>830.0</c:v>
                </c:pt>
                <c:pt idx="531">
                  <c:v>831.0</c:v>
                </c:pt>
                <c:pt idx="532">
                  <c:v>832.0</c:v>
                </c:pt>
                <c:pt idx="533">
                  <c:v>833.0</c:v>
                </c:pt>
                <c:pt idx="534">
                  <c:v>834.0</c:v>
                </c:pt>
                <c:pt idx="535">
                  <c:v>835.0</c:v>
                </c:pt>
                <c:pt idx="536">
                  <c:v>836.0</c:v>
                </c:pt>
                <c:pt idx="537">
                  <c:v>837.0</c:v>
                </c:pt>
                <c:pt idx="538">
                  <c:v>838.0</c:v>
                </c:pt>
                <c:pt idx="539">
                  <c:v>839.0</c:v>
                </c:pt>
                <c:pt idx="540">
                  <c:v>840.0</c:v>
                </c:pt>
                <c:pt idx="541">
                  <c:v>841.0</c:v>
                </c:pt>
                <c:pt idx="542">
                  <c:v>842.0</c:v>
                </c:pt>
                <c:pt idx="543">
                  <c:v>843.0</c:v>
                </c:pt>
                <c:pt idx="544">
                  <c:v>844.0</c:v>
                </c:pt>
                <c:pt idx="545">
                  <c:v>845.0</c:v>
                </c:pt>
                <c:pt idx="546">
                  <c:v>846.0</c:v>
                </c:pt>
                <c:pt idx="547">
                  <c:v>847.0</c:v>
                </c:pt>
                <c:pt idx="548">
                  <c:v>848.0</c:v>
                </c:pt>
                <c:pt idx="549">
                  <c:v>849.0</c:v>
                </c:pt>
                <c:pt idx="550">
                  <c:v>850.0</c:v>
                </c:pt>
                <c:pt idx="551">
                  <c:v>851.0</c:v>
                </c:pt>
                <c:pt idx="552">
                  <c:v>852.0</c:v>
                </c:pt>
                <c:pt idx="553">
                  <c:v>853.0</c:v>
                </c:pt>
                <c:pt idx="554">
                  <c:v>854.0</c:v>
                </c:pt>
                <c:pt idx="555">
                  <c:v>855.0</c:v>
                </c:pt>
                <c:pt idx="556">
                  <c:v>856.0</c:v>
                </c:pt>
                <c:pt idx="557">
                  <c:v>857.0</c:v>
                </c:pt>
                <c:pt idx="558">
                  <c:v>858.0</c:v>
                </c:pt>
                <c:pt idx="559">
                  <c:v>859.0</c:v>
                </c:pt>
                <c:pt idx="560">
                  <c:v>860.0</c:v>
                </c:pt>
                <c:pt idx="561">
                  <c:v>861.0</c:v>
                </c:pt>
                <c:pt idx="562">
                  <c:v>862.0</c:v>
                </c:pt>
                <c:pt idx="563">
                  <c:v>863.0</c:v>
                </c:pt>
                <c:pt idx="564">
                  <c:v>864.0</c:v>
                </c:pt>
                <c:pt idx="565">
                  <c:v>865.0</c:v>
                </c:pt>
                <c:pt idx="566">
                  <c:v>866.0</c:v>
                </c:pt>
                <c:pt idx="567">
                  <c:v>867.0</c:v>
                </c:pt>
                <c:pt idx="568">
                  <c:v>868.0</c:v>
                </c:pt>
                <c:pt idx="569">
                  <c:v>869.0</c:v>
                </c:pt>
                <c:pt idx="570">
                  <c:v>870.0</c:v>
                </c:pt>
                <c:pt idx="571">
                  <c:v>871.0</c:v>
                </c:pt>
                <c:pt idx="572">
                  <c:v>872.0</c:v>
                </c:pt>
                <c:pt idx="573">
                  <c:v>873.0</c:v>
                </c:pt>
                <c:pt idx="574">
                  <c:v>874.0</c:v>
                </c:pt>
                <c:pt idx="575">
                  <c:v>875.0</c:v>
                </c:pt>
                <c:pt idx="576">
                  <c:v>876.0</c:v>
                </c:pt>
                <c:pt idx="577">
                  <c:v>877.0</c:v>
                </c:pt>
                <c:pt idx="578">
                  <c:v>878.0</c:v>
                </c:pt>
                <c:pt idx="579">
                  <c:v>879.0</c:v>
                </c:pt>
                <c:pt idx="580">
                  <c:v>880.0</c:v>
                </c:pt>
                <c:pt idx="581">
                  <c:v>881.0</c:v>
                </c:pt>
                <c:pt idx="582">
                  <c:v>882.0</c:v>
                </c:pt>
                <c:pt idx="583">
                  <c:v>883.0</c:v>
                </c:pt>
                <c:pt idx="584">
                  <c:v>884.0</c:v>
                </c:pt>
                <c:pt idx="585">
                  <c:v>885.0</c:v>
                </c:pt>
                <c:pt idx="586">
                  <c:v>886.0</c:v>
                </c:pt>
                <c:pt idx="587">
                  <c:v>887.0</c:v>
                </c:pt>
                <c:pt idx="588">
                  <c:v>888.0</c:v>
                </c:pt>
                <c:pt idx="589">
                  <c:v>889.0</c:v>
                </c:pt>
                <c:pt idx="590">
                  <c:v>890.0</c:v>
                </c:pt>
                <c:pt idx="591">
                  <c:v>891.0</c:v>
                </c:pt>
                <c:pt idx="592">
                  <c:v>892.0</c:v>
                </c:pt>
                <c:pt idx="593">
                  <c:v>893.0</c:v>
                </c:pt>
                <c:pt idx="594">
                  <c:v>894.0</c:v>
                </c:pt>
                <c:pt idx="595">
                  <c:v>895.0</c:v>
                </c:pt>
                <c:pt idx="596">
                  <c:v>896.0</c:v>
                </c:pt>
                <c:pt idx="597">
                  <c:v>897.0</c:v>
                </c:pt>
                <c:pt idx="598">
                  <c:v>898.0</c:v>
                </c:pt>
                <c:pt idx="599">
                  <c:v>899.0</c:v>
                </c:pt>
                <c:pt idx="600">
                  <c:v>900.0</c:v>
                </c:pt>
              </c:numCache>
            </c:numRef>
          </c:xVal>
          <c:yVal>
            <c:numRef>
              <c:f>Sheet1!$B$307:$B$907</c:f>
              <c:numCache>
                <c:formatCode>General</c:formatCode>
                <c:ptCount val="601"/>
                <c:pt idx="0">
                  <c:v>0.6971190371999683</c:v>
                </c:pt>
                <c:pt idx="1">
                  <c:v>0.6698090060303282</c:v>
                </c:pt>
                <c:pt idx="2">
                  <c:v>0.8787595300018122</c:v>
                </c:pt>
                <c:pt idx="3">
                  <c:v>0.9912669929169546</c:v>
                </c:pt>
                <c:pt idx="4">
                  <c:v>1.035457270092802</c:v>
                </c:pt>
                <c:pt idx="5">
                  <c:v>1.058734274568226</c:v>
                </c:pt>
                <c:pt idx="6">
                  <c:v>1.062915969621283</c:v>
                </c:pt>
                <c:pt idx="7">
                  <c:v>1.062450402662267</c:v>
                </c:pt>
                <c:pt idx="8">
                  <c:v>1.056129085633286</c:v>
                </c:pt>
                <c:pt idx="9">
                  <c:v>1.050574933459723</c:v>
                </c:pt>
                <c:pt idx="10">
                  <c:v>1.042181347319779</c:v>
                </c:pt>
                <c:pt idx="11">
                  <c:v>1.034313270935274</c:v>
                </c:pt>
                <c:pt idx="12">
                  <c:v>1.025527765772957</c:v>
                </c:pt>
                <c:pt idx="13">
                  <c:v>1.017566400456914</c:v>
                </c:pt>
                <c:pt idx="14">
                  <c:v>1.009118686495227</c:v>
                </c:pt>
                <c:pt idx="15">
                  <c:v>1.001362161712694</c:v>
                </c:pt>
                <c:pt idx="16">
                  <c:v>0.9933906667992041</c:v>
                </c:pt>
                <c:pt idx="17">
                  <c:v>0.9858138956083741</c:v>
                </c:pt>
                <c:pt idx="18">
                  <c:v>0.9779969861548347</c:v>
                </c:pt>
                <c:pt idx="19">
                  <c:v>0.9704105227505566</c:v>
                </c:pt>
                <c:pt idx="20">
                  <c:v>0.9626154041561016</c:v>
                </c:pt>
                <c:pt idx="21">
                  <c:v>0.9548863181358719</c:v>
                </c:pt>
                <c:pt idx="22">
                  <c:v>0.9469289395560821</c:v>
                </c:pt>
                <c:pt idx="23">
                  <c:v>0.938957694308563</c:v>
                </c:pt>
                <c:pt idx="24">
                  <c:v>0.9308478189818693</c:v>
                </c:pt>
                <c:pt idx="25">
                  <c:v>0.9228409528239184</c:v>
                </c:pt>
                <c:pt idx="26">
                  <c:v>0.9149846400138548</c:v>
                </c:pt>
                <c:pt idx="27">
                  <c:v>0.9075105768455825</c:v>
                </c:pt>
                <c:pt idx="28">
                  <c:v>0.9005421590936455</c:v>
                </c:pt>
                <c:pt idx="29">
                  <c:v>0.8942579892623908</c:v>
                </c:pt>
                <c:pt idx="30">
                  <c:v>0.8887405753042725</c:v>
                </c:pt>
                <c:pt idx="31">
                  <c:v>0.8841853064719676</c:v>
                </c:pt>
                <c:pt idx="32">
                  <c:v>0.8802553530662854</c:v>
                </c:pt>
                <c:pt idx="33">
                  <c:v>0.8772256173144541</c:v>
                </c:pt>
                <c:pt idx="34">
                  <c:v>0.8751659192968918</c:v>
                </c:pt>
                <c:pt idx="35">
                  <c:v>0.8738328832626997</c:v>
                </c:pt>
                <c:pt idx="36">
                  <c:v>0.8725925501506798</c:v>
                </c:pt>
                <c:pt idx="37">
                  <c:v>0.8711673636209831</c:v>
                </c:pt>
                <c:pt idx="38">
                  <c:v>0.8698655041532953</c:v>
                </c:pt>
                <c:pt idx="39">
                  <c:v>0.8688721591978584</c:v>
                </c:pt>
                <c:pt idx="40">
                  <c:v>0.8679847539001819</c:v>
                </c:pt>
                <c:pt idx="41">
                  <c:v>0.8677706095724164</c:v>
                </c:pt>
                <c:pt idx="42">
                  <c:v>0.8694904853897263</c:v>
                </c:pt>
                <c:pt idx="43">
                  <c:v>0.8736380669592986</c:v>
                </c:pt>
                <c:pt idx="44">
                  <c:v>0.880024253110999</c:v>
                </c:pt>
                <c:pt idx="45">
                  <c:v>0.8891484895936922</c:v>
                </c:pt>
                <c:pt idx="46">
                  <c:v>0.9013343235324225</c:v>
                </c:pt>
                <c:pt idx="47">
                  <c:v>0.9155171146544143</c:v>
                </c:pt>
                <c:pt idx="48">
                  <c:v>0.9288649994813494</c:v>
                </c:pt>
                <c:pt idx="49">
                  <c:v>0.9389463147190324</c:v>
                </c:pt>
                <c:pt idx="50">
                  <c:v>0.9451797246587567</c:v>
                </c:pt>
                <c:pt idx="51">
                  <c:v>0.9483449365199571</c:v>
                </c:pt>
                <c:pt idx="52">
                  <c:v>0.9495793330106125</c:v>
                </c:pt>
                <c:pt idx="53">
                  <c:v>0.9498168112412726</c:v>
                </c:pt>
                <c:pt idx="54">
                  <c:v>0.9494890366961378</c:v>
                </c:pt>
                <c:pt idx="55">
                  <c:v>0.9487413222263861</c:v>
                </c:pt>
                <c:pt idx="56">
                  <c:v>0.947591765649273</c:v>
                </c:pt>
                <c:pt idx="57">
                  <c:v>0.9459777735263052</c:v>
                </c:pt>
                <c:pt idx="58">
                  <c:v>0.9438765342134455</c:v>
                </c:pt>
                <c:pt idx="59">
                  <c:v>0.9413243859553273</c:v>
                </c:pt>
                <c:pt idx="60">
                  <c:v>0.9384156507166359</c:v>
                </c:pt>
                <c:pt idx="61">
                  <c:v>0.9352087677929352</c:v>
                </c:pt>
                <c:pt idx="62">
                  <c:v>0.9317347607304506</c:v>
                </c:pt>
                <c:pt idx="63">
                  <c:v>0.928060909077286</c:v>
                </c:pt>
                <c:pt idx="64">
                  <c:v>0.9243457612593858</c:v>
                </c:pt>
                <c:pt idx="65">
                  <c:v>0.9211778561633012</c:v>
                </c:pt>
                <c:pt idx="66">
                  <c:v>0.9184396270103059</c:v>
                </c:pt>
                <c:pt idx="67">
                  <c:v>0.9161319909620292</c:v>
                </c:pt>
                <c:pt idx="68">
                  <c:v>0.9142497437284484</c:v>
                </c:pt>
                <c:pt idx="69">
                  <c:v>0.9128904443705939</c:v>
                </c:pt>
                <c:pt idx="70">
                  <c:v>0.9120868272305334</c:v>
                </c:pt>
                <c:pt idx="71">
                  <c:v>0.9117156239815769</c:v>
                </c:pt>
                <c:pt idx="72">
                  <c:v>0.9113310291269328</c:v>
                </c:pt>
                <c:pt idx="73">
                  <c:v>0.910550135919106</c:v>
                </c:pt>
                <c:pt idx="74">
                  <c:v>0.9092115212502743</c:v>
                </c:pt>
                <c:pt idx="75">
                  <c:v>0.9074352726286815</c:v>
                </c:pt>
                <c:pt idx="76">
                  <c:v>0.9053479132785304</c:v>
                </c:pt>
                <c:pt idx="77">
                  <c:v>0.9028430675461353</c:v>
                </c:pt>
                <c:pt idx="78">
                  <c:v>0.8997542140241436</c:v>
                </c:pt>
                <c:pt idx="79">
                  <c:v>0.8964176290148762</c:v>
                </c:pt>
                <c:pt idx="80">
                  <c:v>0.893393253552253</c:v>
                </c:pt>
                <c:pt idx="81">
                  <c:v>0.8906510923270652</c:v>
                </c:pt>
                <c:pt idx="82">
                  <c:v>0.8872200767820412</c:v>
                </c:pt>
                <c:pt idx="83">
                  <c:v>0.8825112327604888</c:v>
                </c:pt>
                <c:pt idx="84">
                  <c:v>0.8777823839583413</c:v>
                </c:pt>
                <c:pt idx="85">
                  <c:v>0.8741136526381115</c:v>
                </c:pt>
                <c:pt idx="86">
                  <c:v>0.8705139744577887</c:v>
                </c:pt>
                <c:pt idx="87">
                  <c:v>0.8665873612368035</c:v>
                </c:pt>
                <c:pt idx="88">
                  <c:v>0.8645476640079351</c:v>
                </c:pt>
                <c:pt idx="89">
                  <c:v>0.8659331275927936</c:v>
                </c:pt>
                <c:pt idx="90">
                  <c:v>0.8702006089430355</c:v>
                </c:pt>
                <c:pt idx="91">
                  <c:v>0.8774786223169945</c:v>
                </c:pt>
                <c:pt idx="92">
                  <c:v>0.8880348590281889</c:v>
                </c:pt>
                <c:pt idx="93">
                  <c:v>0.9003792665078001</c:v>
                </c:pt>
                <c:pt idx="94">
                  <c:v>0.9116796732524227</c:v>
                </c:pt>
                <c:pt idx="95">
                  <c:v>0.9198668315917238</c:v>
                </c:pt>
                <c:pt idx="96">
                  <c:v>0.9247823704293707</c:v>
                </c:pt>
                <c:pt idx="97">
                  <c:v>0.9269491610412919</c:v>
                </c:pt>
                <c:pt idx="98">
                  <c:v>0.9272651501313686</c:v>
                </c:pt>
                <c:pt idx="99">
                  <c:v>0.9263425655424975</c:v>
                </c:pt>
                <c:pt idx="100">
                  <c:v>0.9242155452736105</c:v>
                </c:pt>
                <c:pt idx="101">
                  <c:v>0.9208808188434793</c:v>
                </c:pt>
                <c:pt idx="102">
                  <c:v>0.9171867265028836</c:v>
                </c:pt>
                <c:pt idx="103">
                  <c:v>0.9140377271275945</c:v>
                </c:pt>
                <c:pt idx="104">
                  <c:v>0.9108836279674981</c:v>
                </c:pt>
                <c:pt idx="105">
                  <c:v>0.9057068595303283</c:v>
                </c:pt>
                <c:pt idx="106">
                  <c:v>0.899347042985704</c:v>
                </c:pt>
                <c:pt idx="107">
                  <c:v>0.8955588006557201</c:v>
                </c:pt>
                <c:pt idx="108">
                  <c:v>0.8944670477127361</c:v>
                </c:pt>
                <c:pt idx="109">
                  <c:v>0.8922039566384912</c:v>
                </c:pt>
                <c:pt idx="110">
                  <c:v>0.8883164213548403</c:v>
                </c:pt>
                <c:pt idx="111">
                  <c:v>0.8868198035156029</c:v>
                </c:pt>
                <c:pt idx="112">
                  <c:v>0.8891897803757528</c:v>
                </c:pt>
                <c:pt idx="113">
                  <c:v>0.891271648922199</c:v>
                </c:pt>
                <c:pt idx="114">
                  <c:v>0.8935596826595673</c:v>
                </c:pt>
                <c:pt idx="115">
                  <c:v>0.8977398566313792</c:v>
                </c:pt>
                <c:pt idx="116">
                  <c:v>0.9039666058075316</c:v>
                </c:pt>
                <c:pt idx="117">
                  <c:v>0.911110926496595</c:v>
                </c:pt>
                <c:pt idx="118">
                  <c:v>0.9180535548899598</c:v>
                </c:pt>
                <c:pt idx="119">
                  <c:v>0.9238789894723913</c:v>
                </c:pt>
                <c:pt idx="120">
                  <c:v>0.9282093962074752</c:v>
                </c:pt>
                <c:pt idx="121">
                  <c:v>0.9312338390733031</c:v>
                </c:pt>
                <c:pt idx="122">
                  <c:v>0.9334748914108333</c:v>
                </c:pt>
                <c:pt idx="123">
                  <c:v>0.9353752122514928</c:v>
                </c:pt>
                <c:pt idx="124">
                  <c:v>0.9370179078327548</c:v>
                </c:pt>
                <c:pt idx="125">
                  <c:v>0.938333184792331</c:v>
                </c:pt>
                <c:pt idx="126">
                  <c:v>0.9392459790671902</c:v>
                </c:pt>
                <c:pt idx="127">
                  <c:v>0.9396831735897916</c:v>
                </c:pt>
                <c:pt idx="128">
                  <c:v>0.9395752616076808</c:v>
                </c:pt>
                <c:pt idx="129">
                  <c:v>0.9389209093909203</c:v>
                </c:pt>
                <c:pt idx="130">
                  <c:v>0.9377755547280601</c:v>
                </c:pt>
                <c:pt idx="131">
                  <c:v>0.9362607727119208</c:v>
                </c:pt>
                <c:pt idx="132">
                  <c:v>0.9345104486969715</c:v>
                </c:pt>
                <c:pt idx="133">
                  <c:v>0.9326351782315753</c:v>
                </c:pt>
                <c:pt idx="134">
                  <c:v>0.930712699130597</c:v>
                </c:pt>
                <c:pt idx="135">
                  <c:v>0.9288021071849825</c:v>
                </c:pt>
                <c:pt idx="136">
                  <c:v>0.9271184137384246</c:v>
                </c:pt>
                <c:pt idx="137">
                  <c:v>0.9255875596861086</c:v>
                </c:pt>
                <c:pt idx="138">
                  <c:v>0.9240509575947145</c:v>
                </c:pt>
                <c:pt idx="139">
                  <c:v>0.9221435861892212</c:v>
                </c:pt>
                <c:pt idx="140">
                  <c:v>0.9197863725333015</c:v>
                </c:pt>
                <c:pt idx="141">
                  <c:v>0.9170924262899184</c:v>
                </c:pt>
                <c:pt idx="142">
                  <c:v>0.9140296168409728</c:v>
                </c:pt>
                <c:pt idx="143">
                  <c:v>0.9105846950664229</c:v>
                </c:pt>
                <c:pt idx="144">
                  <c:v>0.9069197115760597</c:v>
                </c:pt>
                <c:pt idx="145">
                  <c:v>0.9034551181664636</c:v>
                </c:pt>
                <c:pt idx="146">
                  <c:v>0.9004068222575123</c:v>
                </c:pt>
                <c:pt idx="147">
                  <c:v>0.897716572202865</c:v>
                </c:pt>
                <c:pt idx="148">
                  <c:v>0.8954541035656013</c:v>
                </c:pt>
                <c:pt idx="149">
                  <c:v>0.893724299631386</c:v>
                </c:pt>
                <c:pt idx="150">
                  <c:v>0.8922576578861623</c:v>
                </c:pt>
                <c:pt idx="151">
                  <c:v>0.8901481686871687</c:v>
                </c:pt>
                <c:pt idx="152">
                  <c:v>0.8867073003055251</c:v>
                </c:pt>
                <c:pt idx="153">
                  <c:v>0.8826509644822707</c:v>
                </c:pt>
                <c:pt idx="154">
                  <c:v>0.879107024328294</c:v>
                </c:pt>
                <c:pt idx="155">
                  <c:v>0.8757503569575229</c:v>
                </c:pt>
                <c:pt idx="156">
                  <c:v>0.8721793000540707</c:v>
                </c:pt>
                <c:pt idx="157">
                  <c:v>0.8700145711000542</c:v>
                </c:pt>
                <c:pt idx="158">
                  <c:v>0.870902803963593</c:v>
                </c:pt>
                <c:pt idx="159">
                  <c:v>0.8746990091963658</c:v>
                </c:pt>
                <c:pt idx="160">
                  <c:v>0.8812641478654041</c:v>
                </c:pt>
                <c:pt idx="161">
                  <c:v>0.8910327404213099</c:v>
                </c:pt>
                <c:pt idx="162">
                  <c:v>0.9031227357213125</c:v>
                </c:pt>
                <c:pt idx="163">
                  <c:v>0.9147668074124027</c:v>
                </c:pt>
                <c:pt idx="164">
                  <c:v>0.9235625495703323</c:v>
                </c:pt>
                <c:pt idx="165">
                  <c:v>0.9291398207079763</c:v>
                </c:pt>
                <c:pt idx="166">
                  <c:v>0.9320404776803708</c:v>
                </c:pt>
                <c:pt idx="167">
                  <c:v>0.9330137577848704</c:v>
                </c:pt>
                <c:pt idx="168">
                  <c:v>0.9327253207308445</c:v>
                </c:pt>
                <c:pt idx="169">
                  <c:v>0.9314538316395583</c:v>
                </c:pt>
                <c:pt idx="170">
                  <c:v>0.9291411529980619</c:v>
                </c:pt>
                <c:pt idx="171">
                  <c:v>0.9260711085254528</c:v>
                </c:pt>
                <c:pt idx="172">
                  <c:v>0.9228265771453842</c:v>
                </c:pt>
                <c:pt idx="173">
                  <c:v>0.9195329102333546</c:v>
                </c:pt>
                <c:pt idx="174">
                  <c:v>0.9153671622173473</c:v>
                </c:pt>
                <c:pt idx="175">
                  <c:v>0.9098516601295076</c:v>
                </c:pt>
                <c:pt idx="176">
                  <c:v>0.9047875945456291</c:v>
                </c:pt>
                <c:pt idx="177">
                  <c:v>0.9013418809479287</c:v>
                </c:pt>
                <c:pt idx="178">
                  <c:v>0.8976758351170424</c:v>
                </c:pt>
                <c:pt idx="179">
                  <c:v>0.891412749378425</c:v>
                </c:pt>
                <c:pt idx="180">
                  <c:v>0.8858744176424975</c:v>
                </c:pt>
                <c:pt idx="181">
                  <c:v>0.8845738760244439</c:v>
                </c:pt>
                <c:pt idx="182">
                  <c:v>0.884905412279937</c:v>
                </c:pt>
                <c:pt idx="183">
                  <c:v>0.8835593699348888</c:v>
                </c:pt>
                <c:pt idx="184">
                  <c:v>0.8823213745294228</c:v>
                </c:pt>
                <c:pt idx="185">
                  <c:v>0.8838306142745099</c:v>
                </c:pt>
                <c:pt idx="186">
                  <c:v>0.8880855986323376</c:v>
                </c:pt>
                <c:pt idx="187">
                  <c:v>0.8938707108276691</c:v>
                </c:pt>
                <c:pt idx="188">
                  <c:v>0.9013290351882826</c:v>
                </c:pt>
                <c:pt idx="189">
                  <c:v>0.9098165642001455</c:v>
                </c:pt>
                <c:pt idx="190">
                  <c:v>0.9179027954232208</c:v>
                </c:pt>
                <c:pt idx="191">
                  <c:v>0.9244781949993901</c:v>
                </c:pt>
                <c:pt idx="192">
                  <c:v>0.9292542306196105</c:v>
                </c:pt>
                <c:pt idx="193">
                  <c:v>0.9325463779421826</c:v>
                </c:pt>
                <c:pt idx="194">
                  <c:v>0.9348808124053709</c:v>
                </c:pt>
                <c:pt idx="195">
                  <c:v>0.9365502700342045</c:v>
                </c:pt>
                <c:pt idx="196">
                  <c:v>0.9376124853665438</c:v>
                </c:pt>
                <c:pt idx="197">
                  <c:v>0.9381076031855271</c:v>
                </c:pt>
                <c:pt idx="198">
                  <c:v>0.9381612384786537</c:v>
                </c:pt>
                <c:pt idx="199">
                  <c:v>0.9378551946694095</c:v>
                </c:pt>
                <c:pt idx="200">
                  <c:v>0.9372218833107459</c:v>
                </c:pt>
                <c:pt idx="201">
                  <c:v>0.9363070372316847</c:v>
                </c:pt>
                <c:pt idx="202">
                  <c:v>0.9351607728786675</c:v>
                </c:pt>
                <c:pt idx="203">
                  <c:v>0.9338673288656989</c:v>
                </c:pt>
                <c:pt idx="204">
                  <c:v>0.9325111749062026</c:v>
                </c:pt>
                <c:pt idx="205">
                  <c:v>0.9311824506460061</c:v>
                </c:pt>
                <c:pt idx="206">
                  <c:v>0.9299036842165785</c:v>
                </c:pt>
                <c:pt idx="207">
                  <c:v>0.92864709500652</c:v>
                </c:pt>
                <c:pt idx="208">
                  <c:v>0.9273325897271849</c:v>
                </c:pt>
                <c:pt idx="209">
                  <c:v>0.9258391338532168</c:v>
                </c:pt>
                <c:pt idx="210">
                  <c:v>0.9240444760169747</c:v>
                </c:pt>
                <c:pt idx="211">
                  <c:v>0.9218243244449179</c:v>
                </c:pt>
                <c:pt idx="212">
                  <c:v>0.9191056808465602</c:v>
                </c:pt>
                <c:pt idx="213">
                  <c:v>0.9158777300178466</c:v>
                </c:pt>
                <c:pt idx="214">
                  <c:v>0.9122096032609335</c:v>
                </c:pt>
                <c:pt idx="215">
                  <c:v>0.9082789391337592</c:v>
                </c:pt>
                <c:pt idx="216">
                  <c:v>0.9042905267593849</c:v>
                </c:pt>
                <c:pt idx="217">
                  <c:v>0.9004904422304191</c:v>
                </c:pt>
                <c:pt idx="218">
                  <c:v>0.8970958263986508</c:v>
                </c:pt>
                <c:pt idx="219">
                  <c:v>0.8942239789778821</c:v>
                </c:pt>
                <c:pt idx="220">
                  <c:v>0.8916890132016236</c:v>
                </c:pt>
                <c:pt idx="221">
                  <c:v>0.8891722834899856</c:v>
                </c:pt>
                <c:pt idx="222">
                  <c:v>0.8864603030607403</c:v>
                </c:pt>
                <c:pt idx="223">
                  <c:v>0.8834964272200689</c:v>
                </c:pt>
                <c:pt idx="224">
                  <c:v>0.8802276666147315</c:v>
                </c:pt>
                <c:pt idx="225">
                  <c:v>0.8767541327739261</c:v>
                </c:pt>
                <c:pt idx="226">
                  <c:v>0.8737338938568926</c:v>
                </c:pt>
                <c:pt idx="227">
                  <c:v>0.8721640891394373</c:v>
                </c:pt>
                <c:pt idx="228">
                  <c:v>0.8726753932286313</c:v>
                </c:pt>
                <c:pt idx="229">
                  <c:v>0.8755418422280821</c:v>
                </c:pt>
                <c:pt idx="230">
                  <c:v>0.8813888988906602</c:v>
                </c:pt>
                <c:pt idx="231">
                  <c:v>0.8906124313673873</c:v>
                </c:pt>
                <c:pt idx="232">
                  <c:v>0.9027895276232316</c:v>
                </c:pt>
                <c:pt idx="233">
                  <c:v>0.9156603276203568</c:v>
                </c:pt>
                <c:pt idx="234">
                  <c:v>0.926265899844338</c:v>
                </c:pt>
                <c:pt idx="235">
                  <c:v>0.9334131632382945</c:v>
                </c:pt>
                <c:pt idx="236">
                  <c:v>0.9374760716079332</c:v>
                </c:pt>
                <c:pt idx="237">
                  <c:v>0.939255499226775</c:v>
                </c:pt>
                <c:pt idx="238">
                  <c:v>0.9395934991827571</c:v>
                </c:pt>
                <c:pt idx="239">
                  <c:v>0.9389699473259698</c:v>
                </c:pt>
                <c:pt idx="240">
                  <c:v>0.937391032687486</c:v>
                </c:pt>
                <c:pt idx="241">
                  <c:v>0.9348746758635834</c:v>
                </c:pt>
                <c:pt idx="242">
                  <c:v>0.9316891997146369</c:v>
                </c:pt>
                <c:pt idx="243">
                  <c:v>0.9281658550489248</c:v>
                </c:pt>
                <c:pt idx="244">
                  <c:v>0.9241968996364903</c:v>
                </c:pt>
                <c:pt idx="245">
                  <c:v>0.9192952494354656</c:v>
                </c:pt>
                <c:pt idx="246">
                  <c:v>0.9138357036890574</c:v>
                </c:pt>
                <c:pt idx="247">
                  <c:v>0.9090167078439904</c:v>
                </c:pt>
                <c:pt idx="248">
                  <c:v>0.904820795861623</c:v>
                </c:pt>
                <c:pt idx="249">
                  <c:v>0.8994371097865326</c:v>
                </c:pt>
                <c:pt idx="250">
                  <c:v>0.8918415818520529</c:v>
                </c:pt>
                <c:pt idx="251">
                  <c:v>0.8860506978865212</c:v>
                </c:pt>
                <c:pt idx="252">
                  <c:v>0.8848366531517369</c:v>
                </c:pt>
                <c:pt idx="253">
                  <c:v>0.8834539932976485</c:v>
                </c:pt>
                <c:pt idx="254">
                  <c:v>0.8797966260923449</c:v>
                </c:pt>
                <c:pt idx="255">
                  <c:v>0.8776280004868606</c:v>
                </c:pt>
                <c:pt idx="256">
                  <c:v>0.8796105491206107</c:v>
                </c:pt>
                <c:pt idx="257">
                  <c:v>0.882815117956917</c:v>
                </c:pt>
                <c:pt idx="258">
                  <c:v>0.886333135084037</c:v>
                </c:pt>
                <c:pt idx="259">
                  <c:v>0.8915850251963413</c:v>
                </c:pt>
                <c:pt idx="260">
                  <c:v>0.8990375773592055</c:v>
                </c:pt>
                <c:pt idx="261">
                  <c:v>0.9075915585109475</c:v>
                </c:pt>
                <c:pt idx="262">
                  <c:v>0.9159831320831315</c:v>
                </c:pt>
                <c:pt idx="263">
                  <c:v>0.9232101669580991</c:v>
                </c:pt>
                <c:pt idx="264">
                  <c:v>0.9286040511394704</c:v>
                </c:pt>
                <c:pt idx="265">
                  <c:v>0.9320893739255495</c:v>
                </c:pt>
                <c:pt idx="266">
                  <c:v>0.9340549509034745</c:v>
                </c:pt>
                <c:pt idx="267">
                  <c:v>0.9350064902930327</c:v>
                </c:pt>
                <c:pt idx="268">
                  <c:v>0.9352034793533119</c:v>
                </c:pt>
                <c:pt idx="269">
                  <c:v>0.9347992299102311</c:v>
                </c:pt>
                <c:pt idx="270">
                  <c:v>0.9339564288528345</c:v>
                </c:pt>
                <c:pt idx="271">
                  <c:v>0.9328766775152602</c:v>
                </c:pt>
                <c:pt idx="272">
                  <c:v>0.9317000718657019</c:v>
                </c:pt>
                <c:pt idx="273">
                  <c:v>0.930523062889601</c:v>
                </c:pt>
                <c:pt idx="274">
                  <c:v>0.9294179155998006</c:v>
                </c:pt>
                <c:pt idx="275">
                  <c:v>0.9284593507728833</c:v>
                </c:pt>
                <c:pt idx="276">
                  <c:v>0.9276721618713768</c:v>
                </c:pt>
                <c:pt idx="277">
                  <c:v>0.9270402977509424</c:v>
                </c:pt>
                <c:pt idx="278">
                  <c:v>0.9265040030700383</c:v>
                </c:pt>
                <c:pt idx="279">
                  <c:v>0.9260073539692911</c:v>
                </c:pt>
                <c:pt idx="280">
                  <c:v>0.9254364080431593</c:v>
                </c:pt>
                <c:pt idx="281">
                  <c:v>0.9246132252398377</c:v>
                </c:pt>
                <c:pt idx="282">
                  <c:v>0.9233028769552318</c:v>
                </c:pt>
                <c:pt idx="283">
                  <c:v>0.9213764990892414</c:v>
                </c:pt>
                <c:pt idx="284">
                  <c:v>0.9188478836449905</c:v>
                </c:pt>
                <c:pt idx="285">
                  <c:v>0.915781586677272</c:v>
                </c:pt>
                <c:pt idx="286">
                  <c:v>0.912231868611991</c:v>
                </c:pt>
                <c:pt idx="287">
                  <c:v>0.9082613837213761</c:v>
                </c:pt>
                <c:pt idx="288">
                  <c:v>0.9041461452304183</c:v>
                </c:pt>
                <c:pt idx="289">
                  <c:v>0.9002158238619434</c:v>
                </c:pt>
                <c:pt idx="290">
                  <c:v>0.8965447441475827</c:v>
                </c:pt>
                <c:pt idx="291">
                  <c:v>0.8928201546352964</c:v>
                </c:pt>
                <c:pt idx="292">
                  <c:v>0.8889703861221138</c:v>
                </c:pt>
                <c:pt idx="293">
                  <c:v>0.8854280375228076</c:v>
                </c:pt>
                <c:pt idx="294">
                  <c:v>0.8823724526213631</c:v>
                </c:pt>
                <c:pt idx="295">
                  <c:v>0.8791965438589583</c:v>
                </c:pt>
                <c:pt idx="296">
                  <c:v>0.8757367692169125</c:v>
                </c:pt>
                <c:pt idx="297">
                  <c:v>0.8733119595431414</c:v>
                </c:pt>
                <c:pt idx="298">
                  <c:v>0.8728045894659175</c:v>
                </c:pt>
                <c:pt idx="299">
                  <c:v>0.8738771610965242</c:v>
                </c:pt>
                <c:pt idx="300">
                  <c:v>0.8768317151341871</c:v>
                </c:pt>
                <c:pt idx="301">
                  <c:v>0.8825300705234331</c:v>
                </c:pt>
                <c:pt idx="302">
                  <c:v>0.8914866865509259</c:v>
                </c:pt>
                <c:pt idx="303">
                  <c:v>0.903473018331508</c:v>
                </c:pt>
                <c:pt idx="304">
                  <c:v>0.9168009744692814</c:v>
                </c:pt>
                <c:pt idx="305">
                  <c:v>0.9284095846888167</c:v>
                </c:pt>
                <c:pt idx="306">
                  <c:v>0.9367246955456134</c:v>
                </c:pt>
                <c:pt idx="307">
                  <c:v>0.9419059836712103</c:v>
                </c:pt>
                <c:pt idx="308">
                  <c:v>0.9446049778408048</c:v>
                </c:pt>
                <c:pt idx="309">
                  <c:v>0.945576849067609</c:v>
                </c:pt>
                <c:pt idx="310">
                  <c:v>0.9453888392676956</c:v>
                </c:pt>
                <c:pt idx="311">
                  <c:v>0.9442554351332785</c:v>
                </c:pt>
                <c:pt idx="312">
                  <c:v>0.9422945493654492</c:v>
                </c:pt>
                <c:pt idx="313">
                  <c:v>0.9396502480753761</c:v>
                </c:pt>
                <c:pt idx="314">
                  <c:v>0.9364016514508305</c:v>
                </c:pt>
                <c:pt idx="315">
                  <c:v>0.9325315012753878</c:v>
                </c:pt>
                <c:pt idx="316">
                  <c:v>0.9280418513634917</c:v>
                </c:pt>
                <c:pt idx="317">
                  <c:v>0.923130313200598</c:v>
                </c:pt>
                <c:pt idx="318">
                  <c:v>0.9180931607615511</c:v>
                </c:pt>
                <c:pt idx="319">
                  <c:v>0.9128935014633016</c:v>
                </c:pt>
                <c:pt idx="320">
                  <c:v>0.9070287965009197</c:v>
                </c:pt>
                <c:pt idx="321">
                  <c:v>0.9004943756870318</c:v>
                </c:pt>
                <c:pt idx="322">
                  <c:v>0.8943286254807078</c:v>
                </c:pt>
                <c:pt idx="323">
                  <c:v>0.8889598496358202</c:v>
                </c:pt>
                <c:pt idx="324">
                  <c:v>0.8830241953158037</c:v>
                </c:pt>
                <c:pt idx="325">
                  <c:v>0.8755857100685221</c:v>
                </c:pt>
                <c:pt idx="326">
                  <c:v>0.870079216347587</c:v>
                </c:pt>
                <c:pt idx="327">
                  <c:v>0.8689520043956604</c:v>
                </c:pt>
                <c:pt idx="328">
                  <c:v>0.8688969747755084</c:v>
                </c:pt>
                <c:pt idx="329">
                  <c:v>0.8678504965713361</c:v>
                </c:pt>
                <c:pt idx="330">
                  <c:v>0.8687342408251981</c:v>
                </c:pt>
                <c:pt idx="331">
                  <c:v>0.8733291184664134</c:v>
                </c:pt>
                <c:pt idx="332">
                  <c:v>0.8806710752077401</c:v>
                </c:pt>
                <c:pt idx="333">
                  <c:v>0.8902045497375728</c:v>
                </c:pt>
                <c:pt idx="334">
                  <c:v>0.9015044875675792</c:v>
                </c:pt>
                <c:pt idx="335">
                  <c:v>0.9129438822446289</c:v>
                </c:pt>
                <c:pt idx="336">
                  <c:v>0.9225760334866725</c:v>
                </c:pt>
                <c:pt idx="337">
                  <c:v>0.929400718136825</c:v>
                </c:pt>
                <c:pt idx="338">
                  <c:v>0.9335102669796586</c:v>
                </c:pt>
                <c:pt idx="339">
                  <c:v>0.9356982123205568</c:v>
                </c:pt>
                <c:pt idx="340">
                  <c:v>0.9368293799831303</c:v>
                </c:pt>
                <c:pt idx="341">
                  <c:v>0.9373764432791104</c:v>
                </c:pt>
                <c:pt idx="342">
                  <c:v>0.9375338362042632</c:v>
                </c:pt>
                <c:pt idx="343">
                  <c:v>0.9374443762323925</c:v>
                </c:pt>
                <c:pt idx="344">
                  <c:v>0.9372042741608005</c:v>
                </c:pt>
                <c:pt idx="345">
                  <c:v>0.9367754315532724</c:v>
                </c:pt>
                <c:pt idx="346">
                  <c:v>0.9360952127865829</c:v>
                </c:pt>
                <c:pt idx="347">
                  <c:v>0.9351662825376571</c:v>
                </c:pt>
                <c:pt idx="348">
                  <c:v>0.9340125045096015</c:v>
                </c:pt>
                <c:pt idx="349">
                  <c:v>0.9326773832168126</c:v>
                </c:pt>
                <c:pt idx="350">
                  <c:v>0.9312126583511264</c:v>
                </c:pt>
                <c:pt idx="351">
                  <c:v>0.9296438911723715</c:v>
                </c:pt>
                <c:pt idx="352">
                  <c:v>0.9279750009097922</c:v>
                </c:pt>
                <c:pt idx="353">
                  <c:v>0.9261435909705177</c:v>
                </c:pt>
                <c:pt idx="354">
                  <c:v>0.9240306373320135</c:v>
                </c:pt>
                <c:pt idx="355">
                  <c:v>0.921526047850494</c:v>
                </c:pt>
                <c:pt idx="356">
                  <c:v>0.9185905501824433</c:v>
                </c:pt>
                <c:pt idx="357">
                  <c:v>0.9151880788460539</c:v>
                </c:pt>
                <c:pt idx="358">
                  <c:v>0.9113834980356631</c:v>
                </c:pt>
                <c:pt idx="359">
                  <c:v>0.9072981104697271</c:v>
                </c:pt>
                <c:pt idx="360">
                  <c:v>0.9031012180820063</c:v>
                </c:pt>
                <c:pt idx="361">
                  <c:v>0.8990351649281361</c:v>
                </c:pt>
                <c:pt idx="362">
                  <c:v>0.895240451628206</c:v>
                </c:pt>
                <c:pt idx="363">
                  <c:v>0.8916376179357804</c:v>
                </c:pt>
                <c:pt idx="364">
                  <c:v>0.8881285694612453</c:v>
                </c:pt>
                <c:pt idx="365">
                  <c:v>0.8847835314777599</c:v>
                </c:pt>
                <c:pt idx="366">
                  <c:v>0.8817387703443458</c:v>
                </c:pt>
                <c:pt idx="367">
                  <c:v>0.8788459932044024</c:v>
                </c:pt>
                <c:pt idx="368">
                  <c:v>0.8760527153761611</c:v>
                </c:pt>
                <c:pt idx="369">
                  <c:v>0.8740458054968694</c:v>
                </c:pt>
                <c:pt idx="370">
                  <c:v>0.8736972938918067</c:v>
                </c:pt>
                <c:pt idx="371">
                  <c:v>0.8752209395025621</c:v>
                </c:pt>
                <c:pt idx="372">
                  <c:v>0.8787727028246894</c:v>
                </c:pt>
                <c:pt idx="373">
                  <c:v>0.8850869942433421</c:v>
                </c:pt>
                <c:pt idx="374">
                  <c:v>0.8945484773620864</c:v>
                </c:pt>
                <c:pt idx="375">
                  <c:v>0.9067953117551137</c:v>
                </c:pt>
                <c:pt idx="376">
                  <c:v>0.919710180135966</c:v>
                </c:pt>
                <c:pt idx="377">
                  <c:v>0.9304650760083867</c:v>
                </c:pt>
                <c:pt idx="378">
                  <c:v>0.937898587849164</c:v>
                </c:pt>
                <c:pt idx="379">
                  <c:v>0.9423047816078872</c:v>
                </c:pt>
                <c:pt idx="380">
                  <c:v>0.9443829164761153</c:v>
                </c:pt>
                <c:pt idx="381">
                  <c:v>0.944901308889777</c:v>
                </c:pt>
                <c:pt idx="382">
                  <c:v>0.944346482106498</c:v>
                </c:pt>
                <c:pt idx="383">
                  <c:v>0.9428642257811225</c:v>
                </c:pt>
                <c:pt idx="384">
                  <c:v>0.940542900580034</c:v>
                </c:pt>
                <c:pt idx="385">
                  <c:v>0.9375717926018511</c:v>
                </c:pt>
                <c:pt idx="386">
                  <c:v>0.9340909703122333</c:v>
                </c:pt>
                <c:pt idx="387">
                  <c:v>0.9300426468547265</c:v>
                </c:pt>
                <c:pt idx="388">
                  <c:v>0.9253120507117306</c:v>
                </c:pt>
                <c:pt idx="389">
                  <c:v>0.9201792352205282</c:v>
                </c:pt>
                <c:pt idx="390">
                  <c:v>0.9151368370365554</c:v>
                </c:pt>
                <c:pt idx="391">
                  <c:v>0.9101696276762373</c:v>
                </c:pt>
                <c:pt idx="392">
                  <c:v>0.904312436763261</c:v>
                </c:pt>
                <c:pt idx="393">
                  <c:v>0.8973829579458827</c:v>
                </c:pt>
                <c:pt idx="394">
                  <c:v>0.8913230800502624</c:v>
                </c:pt>
                <c:pt idx="395">
                  <c:v>0.8871474549092735</c:v>
                </c:pt>
                <c:pt idx="396">
                  <c:v>0.8828380654852396</c:v>
                </c:pt>
                <c:pt idx="397">
                  <c:v>0.8767494976411849</c:v>
                </c:pt>
                <c:pt idx="398">
                  <c:v>0.8728459487112666</c:v>
                </c:pt>
                <c:pt idx="399">
                  <c:v>0.8738552184351625</c:v>
                </c:pt>
                <c:pt idx="400">
                  <c:v>0.876034019107709</c:v>
                </c:pt>
                <c:pt idx="401">
                  <c:v>0.8773251017558638</c:v>
                </c:pt>
                <c:pt idx="402">
                  <c:v>0.8799532141989933</c:v>
                </c:pt>
                <c:pt idx="403">
                  <c:v>0.885490279027403</c:v>
                </c:pt>
                <c:pt idx="404">
                  <c:v>0.8930621204406717</c:v>
                </c:pt>
                <c:pt idx="405">
                  <c:v>0.9018291928988392</c:v>
                </c:pt>
                <c:pt idx="406">
                  <c:v>0.9109482173463237</c:v>
                </c:pt>
                <c:pt idx="407">
                  <c:v>0.91917770656454</c:v>
                </c:pt>
                <c:pt idx="408">
                  <c:v>0.9254586403540099</c:v>
                </c:pt>
                <c:pt idx="409">
                  <c:v>0.9294482553099701</c:v>
                </c:pt>
                <c:pt idx="410">
                  <c:v>0.9316089744914409</c:v>
                </c:pt>
                <c:pt idx="411">
                  <c:v>0.9325734749299185</c:v>
                </c:pt>
                <c:pt idx="412">
                  <c:v>0.9327586639866394</c:v>
                </c:pt>
                <c:pt idx="413">
                  <c:v>0.9323160730795789</c:v>
                </c:pt>
                <c:pt idx="414">
                  <c:v>0.9313991598144377</c:v>
                </c:pt>
                <c:pt idx="415">
                  <c:v>0.9301869480292239</c:v>
                </c:pt>
                <c:pt idx="416">
                  <c:v>0.9288398246051947</c:v>
                </c:pt>
                <c:pt idx="417">
                  <c:v>0.9274583564255731</c:v>
                </c:pt>
                <c:pt idx="418">
                  <c:v>0.9261621663010303</c:v>
                </c:pt>
                <c:pt idx="419">
                  <c:v>0.9250424285400116</c:v>
                </c:pt>
                <c:pt idx="420">
                  <c:v>0.9241387409715328</c:v>
                </c:pt>
                <c:pt idx="421">
                  <c:v>0.9234565461886438</c:v>
                </c:pt>
                <c:pt idx="422">
                  <c:v>0.9229721633005352</c:v>
                </c:pt>
                <c:pt idx="423">
                  <c:v>0.9226230765197776</c:v>
                </c:pt>
                <c:pt idx="424">
                  <c:v>0.9222907239877426</c:v>
                </c:pt>
                <c:pt idx="425">
                  <c:v>0.9218280247932265</c:v>
                </c:pt>
                <c:pt idx="426">
                  <c:v>0.9210378385595681</c:v>
                </c:pt>
                <c:pt idx="427">
                  <c:v>0.9198032395118156</c:v>
                </c:pt>
                <c:pt idx="428">
                  <c:v>0.9180168296283991</c:v>
                </c:pt>
                <c:pt idx="429">
                  <c:v>0.9155984119770727</c:v>
                </c:pt>
                <c:pt idx="430">
                  <c:v>0.9125610570924665</c:v>
                </c:pt>
                <c:pt idx="431">
                  <c:v>0.9090650387143872</c:v>
                </c:pt>
                <c:pt idx="432">
                  <c:v>0.9053680760373991</c:v>
                </c:pt>
                <c:pt idx="433">
                  <c:v>0.9016268674583177</c:v>
                </c:pt>
                <c:pt idx="434">
                  <c:v>0.8976713262601067</c:v>
                </c:pt>
                <c:pt idx="435">
                  <c:v>0.8933782080176907</c:v>
                </c:pt>
                <c:pt idx="436">
                  <c:v>0.8889269620262424</c:v>
                </c:pt>
                <c:pt idx="437">
                  <c:v>0.8846258131440238</c:v>
                </c:pt>
                <c:pt idx="438">
                  <c:v>0.8803734525438114</c:v>
                </c:pt>
                <c:pt idx="439">
                  <c:v>0.8760527994597652</c:v>
                </c:pt>
                <c:pt idx="440">
                  <c:v>0.8725814739067022</c:v>
                </c:pt>
                <c:pt idx="441">
                  <c:v>0.8710214985647087</c:v>
                </c:pt>
                <c:pt idx="442">
                  <c:v>0.8711719954622187</c:v>
                </c:pt>
                <c:pt idx="443">
                  <c:v>0.8733896627480919</c:v>
                </c:pt>
                <c:pt idx="444">
                  <c:v>0.87860334401015</c:v>
                </c:pt>
                <c:pt idx="445">
                  <c:v>0.8869787198525507</c:v>
                </c:pt>
                <c:pt idx="446">
                  <c:v>0.8985168447074429</c:v>
                </c:pt>
                <c:pt idx="447">
                  <c:v>0.912392772489405</c:v>
                </c:pt>
                <c:pt idx="448">
                  <c:v>0.9258657590734709</c:v>
                </c:pt>
                <c:pt idx="449">
                  <c:v>0.9364748195185727</c:v>
                </c:pt>
                <c:pt idx="450">
                  <c:v>0.9437468264525236</c:v>
                </c:pt>
                <c:pt idx="451">
                  <c:v>0.9482639600456998</c:v>
                </c:pt>
                <c:pt idx="452">
                  <c:v>0.9507149652499141</c:v>
                </c:pt>
                <c:pt idx="453">
                  <c:v>0.9517484727349355</c:v>
                </c:pt>
                <c:pt idx="454">
                  <c:v>0.9515947355454226</c:v>
                </c:pt>
                <c:pt idx="455">
                  <c:v>0.9503263930757103</c:v>
                </c:pt>
                <c:pt idx="456">
                  <c:v>0.9480778598600644</c:v>
                </c:pt>
                <c:pt idx="457">
                  <c:v>0.9450886712577794</c:v>
                </c:pt>
                <c:pt idx="458">
                  <c:v>0.9415489814022474</c:v>
                </c:pt>
                <c:pt idx="459">
                  <c:v>0.937524289266174</c:v>
                </c:pt>
                <c:pt idx="460">
                  <c:v>0.9329755238127797</c:v>
                </c:pt>
                <c:pt idx="461">
                  <c:v>0.9280126973292926</c:v>
                </c:pt>
                <c:pt idx="462">
                  <c:v>0.9229283858939807</c:v>
                </c:pt>
                <c:pt idx="463">
                  <c:v>0.9177569751420567</c:v>
                </c:pt>
                <c:pt idx="464">
                  <c:v>0.9120408898849818</c:v>
                </c:pt>
                <c:pt idx="465">
                  <c:v>0.9056314625916001</c:v>
                </c:pt>
                <c:pt idx="466">
                  <c:v>0.8995327048380715</c:v>
                </c:pt>
                <c:pt idx="467">
                  <c:v>0.894340559447476</c:v>
                </c:pt>
                <c:pt idx="468">
                  <c:v>0.8890136553517829</c:v>
                </c:pt>
                <c:pt idx="469">
                  <c:v>0.8818163542515824</c:v>
                </c:pt>
                <c:pt idx="470">
                  <c:v>0.8752286543146001</c:v>
                </c:pt>
                <c:pt idx="471">
                  <c:v>0.8729768998530805</c:v>
                </c:pt>
                <c:pt idx="472">
                  <c:v>0.8730644696481337</c:v>
                </c:pt>
                <c:pt idx="473">
                  <c:v>0.8720010854847893</c:v>
                </c:pt>
                <c:pt idx="474">
                  <c:v>0.8711251492173453</c:v>
                </c:pt>
                <c:pt idx="475">
                  <c:v>0.8737892221610655</c:v>
                </c:pt>
                <c:pt idx="476">
                  <c:v>0.8802175237423201</c:v>
                </c:pt>
                <c:pt idx="477">
                  <c:v>0.886997247734631</c:v>
                </c:pt>
                <c:pt idx="478">
                  <c:v>0.8944036343401522</c:v>
                </c:pt>
                <c:pt idx="479">
                  <c:v>0.9028792863739755</c:v>
                </c:pt>
                <c:pt idx="480">
                  <c:v>0.9115638025535064</c:v>
                </c:pt>
                <c:pt idx="481">
                  <c:v>0.9191533271376907</c:v>
                </c:pt>
                <c:pt idx="482">
                  <c:v>0.9248608015843627</c:v>
                </c:pt>
                <c:pt idx="483">
                  <c:v>0.9284723039961349</c:v>
                </c:pt>
                <c:pt idx="484">
                  <c:v>0.9302315102433318</c:v>
                </c:pt>
                <c:pt idx="485">
                  <c:v>0.9306255949226023</c:v>
                </c:pt>
                <c:pt idx="486">
                  <c:v>0.9301621447621139</c:v>
                </c:pt>
                <c:pt idx="487">
                  <c:v>0.9291705648952531</c:v>
                </c:pt>
                <c:pt idx="488">
                  <c:v>0.9278866442792384</c:v>
                </c:pt>
                <c:pt idx="489">
                  <c:v>0.9265021872158308</c:v>
                </c:pt>
                <c:pt idx="490">
                  <c:v>0.9251840876025156</c:v>
                </c:pt>
                <c:pt idx="491">
                  <c:v>0.9240392611061817</c:v>
                </c:pt>
                <c:pt idx="492">
                  <c:v>0.9231382364588493</c:v>
                </c:pt>
                <c:pt idx="493">
                  <c:v>0.9224958091247231</c:v>
                </c:pt>
                <c:pt idx="494">
                  <c:v>0.9220720880222257</c:v>
                </c:pt>
                <c:pt idx="495">
                  <c:v>0.9217853029818601</c:v>
                </c:pt>
                <c:pt idx="496">
                  <c:v>0.9215106082805081</c:v>
                </c:pt>
                <c:pt idx="497">
                  <c:v>0.9211030370064605</c:v>
                </c:pt>
                <c:pt idx="498">
                  <c:v>0.9204237477455527</c:v>
                </c:pt>
                <c:pt idx="499">
                  <c:v>0.9193333913804324</c:v>
                </c:pt>
                <c:pt idx="500">
                  <c:v>0.9176751489305595</c:v>
                </c:pt>
                <c:pt idx="501">
                  <c:v>0.9153977037490793</c:v>
                </c:pt>
                <c:pt idx="502">
                  <c:v>0.9125715958354228</c:v>
                </c:pt>
                <c:pt idx="503">
                  <c:v>0.9093380173119541</c:v>
                </c:pt>
                <c:pt idx="504">
                  <c:v>0.9057767138396027</c:v>
                </c:pt>
                <c:pt idx="505">
                  <c:v>0.9019322363507564</c:v>
                </c:pt>
                <c:pt idx="506">
                  <c:v>0.8978421380291425</c:v>
                </c:pt>
                <c:pt idx="507">
                  <c:v>0.8935692573552377</c:v>
                </c:pt>
                <c:pt idx="508">
                  <c:v>0.8890533253065915</c:v>
                </c:pt>
                <c:pt idx="509">
                  <c:v>0.8841019832098995</c:v>
                </c:pt>
                <c:pt idx="510">
                  <c:v>0.8789870893200892</c:v>
                </c:pt>
                <c:pt idx="511">
                  <c:v>0.8745542009589449</c:v>
                </c:pt>
                <c:pt idx="512">
                  <c:v>0.8715208434619902</c:v>
                </c:pt>
                <c:pt idx="513">
                  <c:v>0.8696895524009483</c:v>
                </c:pt>
                <c:pt idx="514">
                  <c:v>0.8699967941180876</c:v>
                </c:pt>
                <c:pt idx="515">
                  <c:v>0.8736587013480628</c:v>
                </c:pt>
                <c:pt idx="516">
                  <c:v>0.8806135894525006</c:v>
                </c:pt>
                <c:pt idx="517">
                  <c:v>0.8909306729020606</c:v>
                </c:pt>
                <c:pt idx="518">
                  <c:v>0.9044043329147239</c:v>
                </c:pt>
                <c:pt idx="519">
                  <c:v>0.9192348234380732</c:v>
                </c:pt>
                <c:pt idx="520">
                  <c:v>0.9322657643465149</c:v>
                </c:pt>
                <c:pt idx="521">
                  <c:v>0.9419132016773141</c:v>
                </c:pt>
                <c:pt idx="522">
                  <c:v>0.9483954882787488</c:v>
                </c:pt>
                <c:pt idx="523">
                  <c:v>0.9523991480514099</c:v>
                </c:pt>
                <c:pt idx="524">
                  <c:v>0.9546751402891267</c:v>
                </c:pt>
                <c:pt idx="525">
                  <c:v>0.9557055221678719</c:v>
                </c:pt>
                <c:pt idx="526">
                  <c:v>0.9555664421800711</c:v>
                </c:pt>
                <c:pt idx="527">
                  <c:v>0.9542345265775396</c:v>
                </c:pt>
                <c:pt idx="528">
                  <c:v>0.9518245485540233</c:v>
                </c:pt>
                <c:pt idx="529">
                  <c:v>0.9485351516668994</c:v>
                </c:pt>
                <c:pt idx="530">
                  <c:v>0.9446085491729466</c:v>
                </c:pt>
                <c:pt idx="531">
                  <c:v>0.9402191439836989</c:v>
                </c:pt>
                <c:pt idx="532">
                  <c:v>0.9354488837392805</c:v>
                </c:pt>
                <c:pt idx="533">
                  <c:v>0.930395058200231</c:v>
                </c:pt>
                <c:pt idx="534">
                  <c:v>0.9252042072357032</c:v>
                </c:pt>
                <c:pt idx="535">
                  <c:v>0.9199039472298539</c:v>
                </c:pt>
                <c:pt idx="536">
                  <c:v>0.914190866913221</c:v>
                </c:pt>
                <c:pt idx="537">
                  <c:v>0.907960327081456</c:v>
                </c:pt>
                <c:pt idx="538">
                  <c:v>0.9018299424632167</c:v>
                </c:pt>
                <c:pt idx="539">
                  <c:v>0.8963826221189273</c:v>
                </c:pt>
                <c:pt idx="540">
                  <c:v>0.8910056192110463</c:v>
                </c:pt>
                <c:pt idx="541">
                  <c:v>0.8844047985752251</c:v>
                </c:pt>
                <c:pt idx="542">
                  <c:v>0.8777850360171919</c:v>
                </c:pt>
                <c:pt idx="543">
                  <c:v>0.8740973445979205</c:v>
                </c:pt>
                <c:pt idx="544">
                  <c:v>0.8727875854271505</c:v>
                </c:pt>
                <c:pt idx="545">
                  <c:v>0.8709773345390801</c:v>
                </c:pt>
                <c:pt idx="546">
                  <c:v>0.8690781790274125</c:v>
                </c:pt>
                <c:pt idx="547">
                  <c:v>0.8709079090413867</c:v>
                </c:pt>
                <c:pt idx="548">
                  <c:v>0.8772120894163965</c:v>
                </c:pt>
                <c:pt idx="549">
                  <c:v>0.883178899773481</c:v>
                </c:pt>
                <c:pt idx="550">
                  <c:v>0.8889185457099954</c:v>
                </c:pt>
                <c:pt idx="551">
                  <c:v>0.8958050803452559</c:v>
                </c:pt>
                <c:pt idx="552">
                  <c:v>0.9036375458356517</c:v>
                </c:pt>
                <c:pt idx="553">
                  <c:v>0.9111217721417617</c:v>
                </c:pt>
                <c:pt idx="554">
                  <c:v>0.9174699339692043</c:v>
                </c:pt>
                <c:pt idx="555">
                  <c:v>0.9221786856663122</c:v>
                </c:pt>
                <c:pt idx="556">
                  <c:v>0.925004243354332</c:v>
                </c:pt>
                <c:pt idx="557">
                  <c:v>0.9261096995650664</c:v>
                </c:pt>
                <c:pt idx="558">
                  <c:v>0.9259894958920774</c:v>
                </c:pt>
                <c:pt idx="559">
                  <c:v>0.9253029449393358</c:v>
                </c:pt>
                <c:pt idx="560">
                  <c:v>0.9242738504471991</c:v>
                </c:pt>
                <c:pt idx="561">
                  <c:v>0.9229383315218467</c:v>
                </c:pt>
                <c:pt idx="562">
                  <c:v>0.9212712330339858</c:v>
                </c:pt>
                <c:pt idx="563">
                  <c:v>0.9195293172472576</c:v>
                </c:pt>
                <c:pt idx="564">
                  <c:v>0.9179118381830577</c:v>
                </c:pt>
                <c:pt idx="565">
                  <c:v>0.9164652833704586</c:v>
                </c:pt>
                <c:pt idx="566">
                  <c:v>0.9152271332655268</c:v>
                </c:pt>
                <c:pt idx="567">
                  <c:v>0.9140588068205345</c:v>
                </c:pt>
                <c:pt idx="568">
                  <c:v>0.9128375408308925</c:v>
                </c:pt>
                <c:pt idx="569">
                  <c:v>0.9115444063419519</c:v>
                </c:pt>
                <c:pt idx="570">
                  <c:v>0.9100417010641452</c:v>
                </c:pt>
                <c:pt idx="571">
                  <c:v>0.9081495422337614</c:v>
                </c:pt>
                <c:pt idx="572">
                  <c:v>0.9057968776720783</c:v>
                </c:pt>
                <c:pt idx="573">
                  <c:v>0.9032131443343466</c:v>
                </c:pt>
                <c:pt idx="574">
                  <c:v>0.9005756297317354</c:v>
                </c:pt>
                <c:pt idx="575">
                  <c:v>0.8977498124813338</c:v>
                </c:pt>
                <c:pt idx="576">
                  <c:v>0.8946775941245876</c:v>
                </c:pt>
                <c:pt idx="577">
                  <c:v>0.8916678071511085</c:v>
                </c:pt>
                <c:pt idx="578">
                  <c:v>0.8890419922468856</c:v>
                </c:pt>
                <c:pt idx="579">
                  <c:v>0.886355768042927</c:v>
                </c:pt>
                <c:pt idx="580">
                  <c:v>0.8827335389898632</c:v>
                </c:pt>
                <c:pt idx="581">
                  <c:v>0.8786267041136129</c:v>
                </c:pt>
                <c:pt idx="582">
                  <c:v>0.8757504113595389</c:v>
                </c:pt>
                <c:pt idx="583">
                  <c:v>0.8744461020821658</c:v>
                </c:pt>
                <c:pt idx="584">
                  <c:v>0.8734461605714504</c:v>
                </c:pt>
                <c:pt idx="585">
                  <c:v>0.8733643369186098</c:v>
                </c:pt>
                <c:pt idx="586">
                  <c:v>0.8759532450110853</c:v>
                </c:pt>
                <c:pt idx="587">
                  <c:v>0.8816296403362642</c:v>
                </c:pt>
                <c:pt idx="588">
                  <c:v>0.8900171696108724</c:v>
                </c:pt>
                <c:pt idx="589">
                  <c:v>0.9012974284019298</c:v>
                </c:pt>
                <c:pt idx="590">
                  <c:v>0.9144741926174761</c:v>
                </c:pt>
                <c:pt idx="591">
                  <c:v>0.9269617286724181</c:v>
                </c:pt>
                <c:pt idx="592">
                  <c:v>0.9368705780142789</c:v>
                </c:pt>
                <c:pt idx="593">
                  <c:v>0.9440357034318145</c:v>
                </c:pt>
                <c:pt idx="594">
                  <c:v>0.9489411433669999</c:v>
                </c:pt>
                <c:pt idx="595">
                  <c:v>0.9522210756094138</c:v>
                </c:pt>
                <c:pt idx="596">
                  <c:v>0.9544180054329522</c:v>
                </c:pt>
                <c:pt idx="597">
                  <c:v>0.9558672775272913</c:v>
                </c:pt>
                <c:pt idx="598">
                  <c:v>0.9566826682197938</c:v>
                </c:pt>
                <c:pt idx="599">
                  <c:v>0.9568424915719188</c:v>
                </c:pt>
                <c:pt idx="600">
                  <c:v>0.9564241248689922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A8AEB5"/>
                    </a:solidFill>
                    <a:latin typeface="Calibri"/>
                  </a:rPr>
                  <a:t>iteration (cumulative; each angle starts from the previous solution)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150.0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3A3E43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A8AEB5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F2F2F2"/>
                </a:solidFill>
                <a:latin typeface="Calibri"/>
              </a:rPr>
              <a:t>Drag coefficient CD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0°</c:v>
                </c:pt>
              </c:strCache>
            </c:strRef>
          </c:tx>
          <c:spPr>
            <a:ln w="22225">
              <a:solidFill>
                <a:srgbClr val="4CC9F0"/>
              </a:solidFill>
            </a:ln>
          </c:spPr>
          <c:marker>
            <c:symbol val="none"/>
          </c:marker>
          <c:xVal>
            <c:numRef>
              <c:f>Sheet1!$A$2:$A$151</c:f>
              <c:numCache>
                <c:formatCode>General</c:formatCode>
                <c:ptCount val="150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  <c:pt idx="14">
                  <c:v>15.0</c:v>
                </c:pt>
                <c:pt idx="15">
                  <c:v>16.0</c:v>
                </c:pt>
                <c:pt idx="16">
                  <c:v>17.0</c:v>
                </c:pt>
                <c:pt idx="17">
                  <c:v>18.0</c:v>
                </c:pt>
                <c:pt idx="18">
                  <c:v>19.0</c:v>
                </c:pt>
                <c:pt idx="19">
                  <c:v>20.0</c:v>
                </c:pt>
                <c:pt idx="20">
                  <c:v>21.0</c:v>
                </c:pt>
                <c:pt idx="21">
                  <c:v>22.0</c:v>
                </c:pt>
                <c:pt idx="22">
                  <c:v>23.0</c:v>
                </c:pt>
                <c:pt idx="23">
                  <c:v>24.0</c:v>
                </c:pt>
                <c:pt idx="24">
                  <c:v>25.0</c:v>
                </c:pt>
                <c:pt idx="25">
                  <c:v>26.0</c:v>
                </c:pt>
                <c:pt idx="26">
                  <c:v>27.0</c:v>
                </c:pt>
                <c:pt idx="27">
                  <c:v>28.0</c:v>
                </c:pt>
                <c:pt idx="28">
                  <c:v>29.0</c:v>
                </c:pt>
                <c:pt idx="29">
                  <c:v>30.0</c:v>
                </c:pt>
                <c:pt idx="30">
                  <c:v>31.0</c:v>
                </c:pt>
                <c:pt idx="31">
                  <c:v>32.0</c:v>
                </c:pt>
                <c:pt idx="32">
                  <c:v>33.0</c:v>
                </c:pt>
                <c:pt idx="33">
                  <c:v>34.0</c:v>
                </c:pt>
                <c:pt idx="34">
                  <c:v>35.0</c:v>
                </c:pt>
                <c:pt idx="35">
                  <c:v>36.0</c:v>
                </c:pt>
                <c:pt idx="36">
                  <c:v>37.0</c:v>
                </c:pt>
                <c:pt idx="37">
                  <c:v>38.0</c:v>
                </c:pt>
                <c:pt idx="38">
                  <c:v>39.0</c:v>
                </c:pt>
                <c:pt idx="39">
                  <c:v>40.0</c:v>
                </c:pt>
                <c:pt idx="40">
                  <c:v>41.0</c:v>
                </c:pt>
                <c:pt idx="41">
                  <c:v>42.0</c:v>
                </c:pt>
                <c:pt idx="42">
                  <c:v>43.0</c:v>
                </c:pt>
                <c:pt idx="43">
                  <c:v>44.0</c:v>
                </c:pt>
                <c:pt idx="44">
                  <c:v>45.0</c:v>
                </c:pt>
                <c:pt idx="45">
                  <c:v>46.0</c:v>
                </c:pt>
                <c:pt idx="46">
                  <c:v>47.0</c:v>
                </c:pt>
                <c:pt idx="47">
                  <c:v>48.0</c:v>
                </c:pt>
                <c:pt idx="48">
                  <c:v>49.0</c:v>
                </c:pt>
                <c:pt idx="49">
                  <c:v>50.0</c:v>
                </c:pt>
                <c:pt idx="50">
                  <c:v>51.0</c:v>
                </c:pt>
                <c:pt idx="51">
                  <c:v>52.0</c:v>
                </c:pt>
                <c:pt idx="52">
                  <c:v>53.0</c:v>
                </c:pt>
                <c:pt idx="53">
                  <c:v>54.0</c:v>
                </c:pt>
                <c:pt idx="54">
                  <c:v>55.0</c:v>
                </c:pt>
                <c:pt idx="55">
                  <c:v>56.0</c:v>
                </c:pt>
                <c:pt idx="56">
                  <c:v>57.0</c:v>
                </c:pt>
                <c:pt idx="57">
                  <c:v>58.0</c:v>
                </c:pt>
                <c:pt idx="58">
                  <c:v>59.0</c:v>
                </c:pt>
                <c:pt idx="59">
                  <c:v>60.0</c:v>
                </c:pt>
                <c:pt idx="60">
                  <c:v>61.0</c:v>
                </c:pt>
                <c:pt idx="61">
                  <c:v>62.0</c:v>
                </c:pt>
                <c:pt idx="62">
                  <c:v>63.0</c:v>
                </c:pt>
                <c:pt idx="63">
                  <c:v>64.0</c:v>
                </c:pt>
                <c:pt idx="64">
                  <c:v>65.0</c:v>
                </c:pt>
                <c:pt idx="65">
                  <c:v>66.0</c:v>
                </c:pt>
                <c:pt idx="66">
                  <c:v>67.0</c:v>
                </c:pt>
                <c:pt idx="67">
                  <c:v>68.0</c:v>
                </c:pt>
                <c:pt idx="68">
                  <c:v>69.0</c:v>
                </c:pt>
                <c:pt idx="69">
                  <c:v>70.0</c:v>
                </c:pt>
                <c:pt idx="70">
                  <c:v>71.0</c:v>
                </c:pt>
                <c:pt idx="71">
                  <c:v>72.0</c:v>
                </c:pt>
                <c:pt idx="72">
                  <c:v>73.0</c:v>
                </c:pt>
                <c:pt idx="73">
                  <c:v>74.0</c:v>
                </c:pt>
                <c:pt idx="74">
                  <c:v>75.0</c:v>
                </c:pt>
                <c:pt idx="75">
                  <c:v>76.0</c:v>
                </c:pt>
                <c:pt idx="76">
                  <c:v>77.0</c:v>
                </c:pt>
                <c:pt idx="77">
                  <c:v>78.0</c:v>
                </c:pt>
                <c:pt idx="78">
                  <c:v>79.0</c:v>
                </c:pt>
                <c:pt idx="79">
                  <c:v>80.0</c:v>
                </c:pt>
                <c:pt idx="80">
                  <c:v>81.0</c:v>
                </c:pt>
                <c:pt idx="81">
                  <c:v>82.0</c:v>
                </c:pt>
                <c:pt idx="82">
                  <c:v>83.0</c:v>
                </c:pt>
                <c:pt idx="83">
                  <c:v>84.0</c:v>
                </c:pt>
                <c:pt idx="84">
                  <c:v>85.0</c:v>
                </c:pt>
                <c:pt idx="85">
                  <c:v>86.0</c:v>
                </c:pt>
                <c:pt idx="86">
                  <c:v>87.0</c:v>
                </c:pt>
                <c:pt idx="87">
                  <c:v>88.0</c:v>
                </c:pt>
                <c:pt idx="88">
                  <c:v>89.0</c:v>
                </c:pt>
                <c:pt idx="89">
                  <c:v>90.0</c:v>
                </c:pt>
                <c:pt idx="90">
                  <c:v>91.0</c:v>
                </c:pt>
                <c:pt idx="91">
                  <c:v>92.0</c:v>
                </c:pt>
                <c:pt idx="92">
                  <c:v>93.0</c:v>
                </c:pt>
                <c:pt idx="93">
                  <c:v>94.0</c:v>
                </c:pt>
                <c:pt idx="94">
                  <c:v>95.0</c:v>
                </c:pt>
                <c:pt idx="95">
                  <c:v>96.0</c:v>
                </c:pt>
                <c:pt idx="96">
                  <c:v>97.0</c:v>
                </c:pt>
                <c:pt idx="97">
                  <c:v>98.0</c:v>
                </c:pt>
                <c:pt idx="98">
                  <c:v>99.0</c:v>
                </c:pt>
                <c:pt idx="99">
                  <c:v>100.0</c:v>
                </c:pt>
                <c:pt idx="100">
                  <c:v>101.0</c:v>
                </c:pt>
                <c:pt idx="101">
                  <c:v>102.0</c:v>
                </c:pt>
                <c:pt idx="102">
                  <c:v>103.0</c:v>
                </c:pt>
                <c:pt idx="103">
                  <c:v>104.0</c:v>
                </c:pt>
                <c:pt idx="104">
                  <c:v>105.0</c:v>
                </c:pt>
                <c:pt idx="105">
                  <c:v>106.0</c:v>
                </c:pt>
                <c:pt idx="106">
                  <c:v>107.0</c:v>
                </c:pt>
                <c:pt idx="107">
                  <c:v>108.0</c:v>
                </c:pt>
                <c:pt idx="108">
                  <c:v>109.0</c:v>
                </c:pt>
                <c:pt idx="109">
                  <c:v>110.0</c:v>
                </c:pt>
                <c:pt idx="110">
                  <c:v>111.0</c:v>
                </c:pt>
                <c:pt idx="111">
                  <c:v>112.0</c:v>
                </c:pt>
                <c:pt idx="112">
                  <c:v>113.0</c:v>
                </c:pt>
                <c:pt idx="113">
                  <c:v>114.0</c:v>
                </c:pt>
                <c:pt idx="114">
                  <c:v>115.0</c:v>
                </c:pt>
                <c:pt idx="115">
                  <c:v>116.0</c:v>
                </c:pt>
                <c:pt idx="116">
                  <c:v>117.0</c:v>
                </c:pt>
                <c:pt idx="117">
                  <c:v>118.0</c:v>
                </c:pt>
                <c:pt idx="118">
                  <c:v>119.0</c:v>
                </c:pt>
                <c:pt idx="119">
                  <c:v>120.0</c:v>
                </c:pt>
                <c:pt idx="120">
                  <c:v>121.0</c:v>
                </c:pt>
                <c:pt idx="121">
                  <c:v>122.0</c:v>
                </c:pt>
                <c:pt idx="122">
                  <c:v>123.0</c:v>
                </c:pt>
                <c:pt idx="123">
                  <c:v>124.0</c:v>
                </c:pt>
                <c:pt idx="124">
                  <c:v>125.0</c:v>
                </c:pt>
                <c:pt idx="125">
                  <c:v>126.0</c:v>
                </c:pt>
                <c:pt idx="126">
                  <c:v>127.0</c:v>
                </c:pt>
                <c:pt idx="127">
                  <c:v>128.0</c:v>
                </c:pt>
                <c:pt idx="128">
                  <c:v>129.0</c:v>
                </c:pt>
                <c:pt idx="129">
                  <c:v>130.0</c:v>
                </c:pt>
                <c:pt idx="130">
                  <c:v>131.0</c:v>
                </c:pt>
                <c:pt idx="131">
                  <c:v>132.0</c:v>
                </c:pt>
                <c:pt idx="132">
                  <c:v>133.0</c:v>
                </c:pt>
                <c:pt idx="133">
                  <c:v>134.0</c:v>
                </c:pt>
                <c:pt idx="134">
                  <c:v>135.0</c:v>
                </c:pt>
                <c:pt idx="135">
                  <c:v>136.0</c:v>
                </c:pt>
                <c:pt idx="136">
                  <c:v>137.0</c:v>
                </c:pt>
                <c:pt idx="137">
                  <c:v>138.0</c:v>
                </c:pt>
                <c:pt idx="138">
                  <c:v>139.0</c:v>
                </c:pt>
                <c:pt idx="139">
                  <c:v>140.0</c:v>
                </c:pt>
                <c:pt idx="140">
                  <c:v>141.0</c:v>
                </c:pt>
                <c:pt idx="141">
                  <c:v>142.0</c:v>
                </c:pt>
                <c:pt idx="142">
                  <c:v>143.0</c:v>
                </c:pt>
                <c:pt idx="143">
                  <c:v>144.0</c:v>
                </c:pt>
                <c:pt idx="144">
                  <c:v>145.0</c:v>
                </c:pt>
                <c:pt idx="145">
                  <c:v>146.0</c:v>
                </c:pt>
                <c:pt idx="146">
                  <c:v>147.0</c:v>
                </c:pt>
                <c:pt idx="147">
                  <c:v>148.0</c:v>
                </c:pt>
                <c:pt idx="148">
                  <c:v>149.0</c:v>
                </c:pt>
                <c:pt idx="149">
                  <c:v>150.0</c:v>
                </c:pt>
              </c:numCache>
            </c:numRef>
          </c:xVal>
          <c:yVal>
            <c:numRef>
              <c:f>Sheet1!$B$2:$B$151</c:f>
              <c:numCache>
                <c:formatCode>General</c:formatCode>
                <c:ptCount val="150"/>
                <c:pt idx="0">
                  <c:v>0.0770068255086516</c:v>
                </c:pt>
                <c:pt idx="1">
                  <c:v>0.08834972431113086</c:v>
                </c:pt>
                <c:pt idx="2">
                  <c:v>0.07920446940004093</c:v>
                </c:pt>
                <c:pt idx="3">
                  <c:v>0.0726603060070086</c:v>
                </c:pt>
                <c:pt idx="4">
                  <c:v>0.068384454888028</c:v>
                </c:pt>
                <c:pt idx="5">
                  <c:v>0.06565631939436757</c:v>
                </c:pt>
                <c:pt idx="6">
                  <c:v>0.06378353142449582</c:v>
                </c:pt>
                <c:pt idx="7">
                  <c:v>0.06263413474405595</c:v>
                </c:pt>
                <c:pt idx="8">
                  <c:v>0.06203597517584173</c:v>
                </c:pt>
                <c:pt idx="9">
                  <c:v>0.06181983978432119</c:v>
                </c:pt>
                <c:pt idx="10">
                  <c:v>0.06186402149473932</c:v>
                </c:pt>
                <c:pt idx="11">
                  <c:v>0.06206575896487233</c:v>
                </c:pt>
                <c:pt idx="12">
                  <c:v>0.06234970114616218</c:v>
                </c:pt>
                <c:pt idx="13">
                  <c:v>0.06267045050264626</c:v>
                </c:pt>
                <c:pt idx="14">
                  <c:v>0.06299391287039285</c:v>
                </c:pt>
                <c:pt idx="15">
                  <c:v>0.06330487918751691</c:v>
                </c:pt>
                <c:pt idx="16">
                  <c:v>0.06359277370275178</c:v>
                </c:pt>
                <c:pt idx="17">
                  <c:v>0.0638525971665926</c:v>
                </c:pt>
                <c:pt idx="18">
                  <c:v>0.06408371362140539</c:v>
                </c:pt>
                <c:pt idx="19">
                  <c:v>0.0642949927985592</c:v>
                </c:pt>
                <c:pt idx="20">
                  <c:v>0.06449113129156302</c:v>
                </c:pt>
                <c:pt idx="21">
                  <c:v>0.0646706616274208</c:v>
                </c:pt>
                <c:pt idx="22">
                  <c:v>0.06483595634923218</c:v>
                </c:pt>
                <c:pt idx="23">
                  <c:v>0.06498939865610272</c:v>
                </c:pt>
                <c:pt idx="24">
                  <c:v>0.0651255307233471</c:v>
                </c:pt>
                <c:pt idx="25">
                  <c:v>0.06524198465162748</c:v>
                </c:pt>
                <c:pt idx="26">
                  <c:v>0.06533395247992946</c:v>
                </c:pt>
                <c:pt idx="27">
                  <c:v>0.0654034282800222</c:v>
                </c:pt>
                <c:pt idx="28">
                  <c:v>0.06545311512668182</c:v>
                </c:pt>
                <c:pt idx="29">
                  <c:v>0.06549058077870679</c:v>
                </c:pt>
                <c:pt idx="30">
                  <c:v>0.06552216449983654</c:v>
                </c:pt>
                <c:pt idx="31">
                  <c:v>0.06555305638049257</c:v>
                </c:pt>
                <c:pt idx="32">
                  <c:v>0.06558660236726219</c:v>
                </c:pt>
                <c:pt idx="33">
                  <c:v>0.06562580309491316</c:v>
                </c:pt>
                <c:pt idx="34">
                  <c:v>0.06566977504681701</c:v>
                </c:pt>
                <c:pt idx="35">
                  <c:v>0.06571690241760682</c:v>
                </c:pt>
                <c:pt idx="36">
                  <c:v>0.06576406319371814</c:v>
                </c:pt>
                <c:pt idx="37">
                  <c:v>0.0658116736256494</c:v>
                </c:pt>
                <c:pt idx="38">
                  <c:v>0.06585898545757338</c:v>
                </c:pt>
                <c:pt idx="39">
                  <c:v>0.06590462727847557</c:v>
                </c:pt>
                <c:pt idx="40">
                  <c:v>0.06594719424416791</c:v>
                </c:pt>
                <c:pt idx="41">
                  <c:v>0.0659870685699747</c:v>
                </c:pt>
                <c:pt idx="42">
                  <c:v>0.06602357801295883</c:v>
                </c:pt>
                <c:pt idx="43">
                  <c:v>0.06605799051586658</c:v>
                </c:pt>
                <c:pt idx="44">
                  <c:v>0.06608929868009411</c:v>
                </c:pt>
                <c:pt idx="45">
                  <c:v>0.06611939340135595</c:v>
                </c:pt>
                <c:pt idx="46">
                  <c:v>0.0661491731501601</c:v>
                </c:pt>
                <c:pt idx="47">
                  <c:v>0.06618035181616563</c:v>
                </c:pt>
                <c:pt idx="48">
                  <c:v>0.0662133169798854</c:v>
                </c:pt>
                <c:pt idx="49">
                  <c:v>0.0662499639814829</c:v>
                </c:pt>
                <c:pt idx="50">
                  <c:v>0.06628832285348892</c:v>
                </c:pt>
                <c:pt idx="51">
                  <c:v>0.06632787878411349</c:v>
                </c:pt>
                <c:pt idx="52">
                  <c:v>0.06636757504929808</c:v>
                </c:pt>
                <c:pt idx="53">
                  <c:v>0.06640807490419301</c:v>
                </c:pt>
                <c:pt idx="54">
                  <c:v>0.06644728561772403</c:v>
                </c:pt>
                <c:pt idx="55">
                  <c:v>0.06648426229027656</c:v>
                </c:pt>
                <c:pt idx="56">
                  <c:v>0.06651636276355331</c:v>
                </c:pt>
                <c:pt idx="57">
                  <c:v>0.06654419612317043</c:v>
                </c:pt>
                <c:pt idx="58">
                  <c:v>0.06656544850500126</c:v>
                </c:pt>
                <c:pt idx="59">
                  <c:v>0.0665805390092095</c:v>
                </c:pt>
                <c:pt idx="60">
                  <c:v>0.06658762498095365</c:v>
                </c:pt>
                <c:pt idx="61">
                  <c:v>0.06658861505369491</c:v>
                </c:pt>
                <c:pt idx="62">
                  <c:v>0.06658299081868177</c:v>
                </c:pt>
                <c:pt idx="63">
                  <c:v>0.06657343730072152</c:v>
                </c:pt>
                <c:pt idx="64">
                  <c:v>0.06655829512289463</c:v>
                </c:pt>
                <c:pt idx="65">
                  <c:v>0.06654073921372128</c:v>
                </c:pt>
                <c:pt idx="66">
                  <c:v>0.06652173140613032</c:v>
                </c:pt>
                <c:pt idx="67">
                  <c:v>0.06650430948331752</c:v>
                </c:pt>
                <c:pt idx="68">
                  <c:v>0.06648924264234149</c:v>
                </c:pt>
                <c:pt idx="69">
                  <c:v>0.06647769644403484</c:v>
                </c:pt>
                <c:pt idx="70">
                  <c:v>0.06646914600694907</c:v>
                </c:pt>
                <c:pt idx="71">
                  <c:v>0.06646367213209925</c:v>
                </c:pt>
                <c:pt idx="72">
                  <c:v>0.0664595036848896</c:v>
                </c:pt>
                <c:pt idx="73">
                  <c:v>0.06645634151350481</c:v>
                </c:pt>
                <c:pt idx="74">
                  <c:v>0.06645254098987022</c:v>
                </c:pt>
                <c:pt idx="75">
                  <c:v>0.06644683607847832</c:v>
                </c:pt>
                <c:pt idx="76">
                  <c:v>0.06643778011750787</c:v>
                </c:pt>
                <c:pt idx="77">
                  <c:v>0.06642704008885997</c:v>
                </c:pt>
                <c:pt idx="78">
                  <c:v>0.06641553732092147</c:v>
                </c:pt>
                <c:pt idx="79">
                  <c:v>0.06640429473860038</c:v>
                </c:pt>
                <c:pt idx="80">
                  <c:v>0.06639346227079095</c:v>
                </c:pt>
                <c:pt idx="81">
                  <c:v>0.06638403180561325</c:v>
                </c:pt>
                <c:pt idx="82">
                  <c:v>0.06637659813020935</c:v>
                </c:pt>
                <c:pt idx="83">
                  <c:v>0.06637138578921231</c:v>
                </c:pt>
                <c:pt idx="84">
                  <c:v>0.06636795910466549</c:v>
                </c:pt>
                <c:pt idx="85">
                  <c:v>0.06636703361918848</c:v>
                </c:pt>
                <c:pt idx="86">
                  <c:v>0.06636732074735331</c:v>
                </c:pt>
                <c:pt idx="87">
                  <c:v>0.0663684706606315</c:v>
                </c:pt>
                <c:pt idx="88">
                  <c:v>0.06637068557727212</c:v>
                </c:pt>
                <c:pt idx="89">
                  <c:v>0.06637376189430305</c:v>
                </c:pt>
                <c:pt idx="90">
                  <c:v>0.06637725288269615</c:v>
                </c:pt>
                <c:pt idx="91">
                  <c:v>0.06638097823901795</c:v>
                </c:pt>
                <c:pt idx="92">
                  <c:v>0.06638447945696682</c:v>
                </c:pt>
                <c:pt idx="93">
                  <c:v>0.06638788443754248</c:v>
                </c:pt>
                <c:pt idx="94">
                  <c:v>0.06639145426774423</c:v>
                </c:pt>
                <c:pt idx="95">
                  <c:v>0.06639502594802953</c:v>
                </c:pt>
                <c:pt idx="96">
                  <c:v>0.06639851887119785</c:v>
                </c:pt>
                <c:pt idx="97">
                  <c:v>0.06640252994331289</c:v>
                </c:pt>
                <c:pt idx="98">
                  <c:v>0.06640696388155633</c:v>
                </c:pt>
                <c:pt idx="99">
                  <c:v>0.06641248721444884</c:v>
                </c:pt>
                <c:pt idx="100">
                  <c:v>0.06641810043556287</c:v>
                </c:pt>
                <c:pt idx="101">
                  <c:v>0.06642366711883804</c:v>
                </c:pt>
                <c:pt idx="102">
                  <c:v>0.06642908728087354</c:v>
                </c:pt>
                <c:pt idx="103">
                  <c:v>0.06643399374903489</c:v>
                </c:pt>
                <c:pt idx="104">
                  <c:v>0.06643809187415958</c:v>
                </c:pt>
                <c:pt idx="105">
                  <c:v>0.06644160012362249</c:v>
                </c:pt>
                <c:pt idx="106">
                  <c:v>0.06644425600653395</c:v>
                </c:pt>
                <c:pt idx="107">
                  <c:v>0.06644619171382782</c:v>
                </c:pt>
                <c:pt idx="108">
                  <c:v>0.06644752268632455</c:v>
                </c:pt>
                <c:pt idx="109">
                  <c:v>0.06644859978558537</c:v>
                </c:pt>
                <c:pt idx="110">
                  <c:v>0.0664497377251255</c:v>
                </c:pt>
                <c:pt idx="111">
                  <c:v>0.0664505640899986</c:v>
                </c:pt>
                <c:pt idx="112">
                  <c:v>0.06645106536157343</c:v>
                </c:pt>
                <c:pt idx="113">
                  <c:v>0.06645165654900223</c:v>
                </c:pt>
                <c:pt idx="114">
                  <c:v>0.06645147372970989</c:v>
                </c:pt>
                <c:pt idx="115">
                  <c:v>0.06645085227844354</c:v>
                </c:pt>
                <c:pt idx="116">
                  <c:v>0.06645031108223103</c:v>
                </c:pt>
                <c:pt idx="117">
                  <c:v>0.06645011879290112</c:v>
                </c:pt>
                <c:pt idx="118">
                  <c:v>0.06645020346115034</c:v>
                </c:pt>
                <c:pt idx="119">
                  <c:v>0.06645070117915088</c:v>
                </c:pt>
                <c:pt idx="120">
                  <c:v>0.06645119689144276</c:v>
                </c:pt>
                <c:pt idx="121">
                  <c:v>0.06645186283718572</c:v>
                </c:pt>
                <c:pt idx="122">
                  <c:v>0.06645280313484454</c:v>
                </c:pt>
                <c:pt idx="123">
                  <c:v>0.06645385453545026</c:v>
                </c:pt>
                <c:pt idx="124">
                  <c:v>0.06645489112578476</c:v>
                </c:pt>
                <c:pt idx="125">
                  <c:v>0.06645579089900433</c:v>
                </c:pt>
                <c:pt idx="126">
                  <c:v>0.06645642006846815</c:v>
                </c:pt>
                <c:pt idx="127">
                  <c:v>0.0664574764850779</c:v>
                </c:pt>
                <c:pt idx="128">
                  <c:v>0.06645861911838376</c:v>
                </c:pt>
                <c:pt idx="129">
                  <c:v>0.06646022564855066</c:v>
                </c:pt>
                <c:pt idx="130">
                  <c:v>0.06646242908423845</c:v>
                </c:pt>
                <c:pt idx="131">
                  <c:v>0.06646498724857045</c:v>
                </c:pt>
                <c:pt idx="132">
                  <c:v>0.06646772199020624</c:v>
                </c:pt>
                <c:pt idx="133">
                  <c:v>0.06647025802904259</c:v>
                </c:pt>
                <c:pt idx="134">
                  <c:v>0.06647223568771977</c:v>
                </c:pt>
                <c:pt idx="135">
                  <c:v>0.06647396246963885</c:v>
                </c:pt>
                <c:pt idx="136">
                  <c:v>0.06647538709805752</c:v>
                </c:pt>
                <c:pt idx="137">
                  <c:v>0.06647662631008032</c:v>
                </c:pt>
                <c:pt idx="138">
                  <c:v>0.06647779245446428</c:v>
                </c:pt>
                <c:pt idx="139">
                  <c:v>0.06647884846539243</c:v>
                </c:pt>
                <c:pt idx="140">
                  <c:v>0.0664797193145255</c:v>
                </c:pt>
                <c:pt idx="141">
                  <c:v>0.0664810926176927</c:v>
                </c:pt>
                <c:pt idx="142">
                  <c:v>0.0664821553062412</c:v>
                </c:pt>
                <c:pt idx="143">
                  <c:v>0.06648291899652929</c:v>
                </c:pt>
                <c:pt idx="144">
                  <c:v>0.06648334159512254</c:v>
                </c:pt>
                <c:pt idx="145">
                  <c:v>0.06648332841998081</c:v>
                </c:pt>
                <c:pt idx="146">
                  <c:v>0.06648325892379339</c:v>
                </c:pt>
                <c:pt idx="147">
                  <c:v>0.06648341107761481</c:v>
                </c:pt>
                <c:pt idx="148">
                  <c:v>0.06648371728585613</c:v>
                </c:pt>
                <c:pt idx="149">
                  <c:v>0.06648415819181527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Sheet1!$B$153</c:f>
              <c:strCache>
                <c:ptCount val="1"/>
                <c:pt idx="0">
                  <c:v>4°</c:v>
                </c:pt>
              </c:strCache>
            </c:strRef>
          </c:tx>
          <c:spPr>
            <a:ln w="22225">
              <a:solidFill>
                <a:srgbClr val="FF8A3D"/>
              </a:solidFill>
            </a:ln>
          </c:spPr>
          <c:marker>
            <c:symbol val="none"/>
          </c:marker>
          <c:xVal>
            <c:numRef>
              <c:f>Sheet1!$A$154:$A$304</c:f>
              <c:numCache>
                <c:formatCode>General</c:formatCode>
                <c:ptCount val="151"/>
                <c:pt idx="0">
                  <c:v>150.0</c:v>
                </c:pt>
                <c:pt idx="1">
                  <c:v>151.0</c:v>
                </c:pt>
                <c:pt idx="2">
                  <c:v>152.0</c:v>
                </c:pt>
                <c:pt idx="3">
                  <c:v>153.0</c:v>
                </c:pt>
                <c:pt idx="4">
                  <c:v>154.0</c:v>
                </c:pt>
                <c:pt idx="5">
                  <c:v>155.0</c:v>
                </c:pt>
                <c:pt idx="6">
                  <c:v>156.0</c:v>
                </c:pt>
                <c:pt idx="7">
                  <c:v>157.0</c:v>
                </c:pt>
                <c:pt idx="8">
                  <c:v>158.0</c:v>
                </c:pt>
                <c:pt idx="9">
                  <c:v>159.0</c:v>
                </c:pt>
                <c:pt idx="10">
                  <c:v>160.0</c:v>
                </c:pt>
                <c:pt idx="11">
                  <c:v>161.0</c:v>
                </c:pt>
                <c:pt idx="12">
                  <c:v>162.0</c:v>
                </c:pt>
                <c:pt idx="13">
                  <c:v>163.0</c:v>
                </c:pt>
                <c:pt idx="14">
                  <c:v>164.0</c:v>
                </c:pt>
                <c:pt idx="15">
                  <c:v>165.0</c:v>
                </c:pt>
                <c:pt idx="16">
                  <c:v>166.0</c:v>
                </c:pt>
                <c:pt idx="17">
                  <c:v>167.0</c:v>
                </c:pt>
                <c:pt idx="18">
                  <c:v>168.0</c:v>
                </c:pt>
                <c:pt idx="19">
                  <c:v>169.0</c:v>
                </c:pt>
                <c:pt idx="20">
                  <c:v>170.0</c:v>
                </c:pt>
                <c:pt idx="21">
                  <c:v>171.0</c:v>
                </c:pt>
                <c:pt idx="22">
                  <c:v>172.0</c:v>
                </c:pt>
                <c:pt idx="23">
                  <c:v>173.0</c:v>
                </c:pt>
                <c:pt idx="24">
                  <c:v>174.0</c:v>
                </c:pt>
                <c:pt idx="25">
                  <c:v>175.0</c:v>
                </c:pt>
                <c:pt idx="26">
                  <c:v>176.0</c:v>
                </c:pt>
                <c:pt idx="27">
                  <c:v>177.0</c:v>
                </c:pt>
                <c:pt idx="28">
                  <c:v>178.0</c:v>
                </c:pt>
                <c:pt idx="29">
                  <c:v>179.0</c:v>
                </c:pt>
                <c:pt idx="30">
                  <c:v>180.0</c:v>
                </c:pt>
                <c:pt idx="31">
                  <c:v>181.0</c:v>
                </c:pt>
                <c:pt idx="32">
                  <c:v>182.0</c:v>
                </c:pt>
                <c:pt idx="33">
                  <c:v>183.0</c:v>
                </c:pt>
                <c:pt idx="34">
                  <c:v>184.0</c:v>
                </c:pt>
                <c:pt idx="35">
                  <c:v>185.0</c:v>
                </c:pt>
                <c:pt idx="36">
                  <c:v>186.0</c:v>
                </c:pt>
                <c:pt idx="37">
                  <c:v>187.0</c:v>
                </c:pt>
                <c:pt idx="38">
                  <c:v>188.0</c:v>
                </c:pt>
                <c:pt idx="39">
                  <c:v>189.0</c:v>
                </c:pt>
                <c:pt idx="40">
                  <c:v>190.0</c:v>
                </c:pt>
                <c:pt idx="41">
                  <c:v>191.0</c:v>
                </c:pt>
                <c:pt idx="42">
                  <c:v>192.0</c:v>
                </c:pt>
                <c:pt idx="43">
                  <c:v>193.0</c:v>
                </c:pt>
                <c:pt idx="44">
                  <c:v>194.0</c:v>
                </c:pt>
                <c:pt idx="45">
                  <c:v>195.0</c:v>
                </c:pt>
                <c:pt idx="46">
                  <c:v>196.0</c:v>
                </c:pt>
                <c:pt idx="47">
                  <c:v>197.0</c:v>
                </c:pt>
                <c:pt idx="48">
                  <c:v>198.0</c:v>
                </c:pt>
                <c:pt idx="49">
                  <c:v>199.0</c:v>
                </c:pt>
                <c:pt idx="50">
                  <c:v>200.0</c:v>
                </c:pt>
                <c:pt idx="51">
                  <c:v>201.0</c:v>
                </c:pt>
                <c:pt idx="52">
                  <c:v>202.0</c:v>
                </c:pt>
                <c:pt idx="53">
                  <c:v>203.0</c:v>
                </c:pt>
                <c:pt idx="54">
                  <c:v>204.0</c:v>
                </c:pt>
                <c:pt idx="55">
                  <c:v>205.0</c:v>
                </c:pt>
                <c:pt idx="56">
                  <c:v>206.0</c:v>
                </c:pt>
                <c:pt idx="57">
                  <c:v>207.0</c:v>
                </c:pt>
                <c:pt idx="58">
                  <c:v>208.0</c:v>
                </c:pt>
                <c:pt idx="59">
                  <c:v>209.0</c:v>
                </c:pt>
                <c:pt idx="60">
                  <c:v>210.0</c:v>
                </c:pt>
                <c:pt idx="61">
                  <c:v>211.0</c:v>
                </c:pt>
                <c:pt idx="62">
                  <c:v>212.0</c:v>
                </c:pt>
                <c:pt idx="63">
                  <c:v>213.0</c:v>
                </c:pt>
                <c:pt idx="64">
                  <c:v>214.0</c:v>
                </c:pt>
                <c:pt idx="65">
                  <c:v>215.0</c:v>
                </c:pt>
                <c:pt idx="66">
                  <c:v>216.0</c:v>
                </c:pt>
                <c:pt idx="67">
                  <c:v>217.0</c:v>
                </c:pt>
                <c:pt idx="68">
                  <c:v>218.0</c:v>
                </c:pt>
                <c:pt idx="69">
                  <c:v>219.0</c:v>
                </c:pt>
                <c:pt idx="70">
                  <c:v>220.0</c:v>
                </c:pt>
                <c:pt idx="71">
                  <c:v>221.0</c:v>
                </c:pt>
                <c:pt idx="72">
                  <c:v>222.0</c:v>
                </c:pt>
                <c:pt idx="73">
                  <c:v>223.0</c:v>
                </c:pt>
                <c:pt idx="74">
                  <c:v>224.0</c:v>
                </c:pt>
                <c:pt idx="75">
                  <c:v>225.0</c:v>
                </c:pt>
                <c:pt idx="76">
                  <c:v>226.0</c:v>
                </c:pt>
                <c:pt idx="77">
                  <c:v>227.0</c:v>
                </c:pt>
                <c:pt idx="78">
                  <c:v>228.0</c:v>
                </c:pt>
                <c:pt idx="79">
                  <c:v>229.0</c:v>
                </c:pt>
                <c:pt idx="80">
                  <c:v>230.0</c:v>
                </c:pt>
                <c:pt idx="81">
                  <c:v>231.0</c:v>
                </c:pt>
                <c:pt idx="82">
                  <c:v>232.0</c:v>
                </c:pt>
                <c:pt idx="83">
                  <c:v>233.0</c:v>
                </c:pt>
                <c:pt idx="84">
                  <c:v>234.0</c:v>
                </c:pt>
                <c:pt idx="85">
                  <c:v>235.0</c:v>
                </c:pt>
                <c:pt idx="86">
                  <c:v>236.0</c:v>
                </c:pt>
                <c:pt idx="87">
                  <c:v>237.0</c:v>
                </c:pt>
                <c:pt idx="88">
                  <c:v>238.0</c:v>
                </c:pt>
                <c:pt idx="89">
                  <c:v>239.0</c:v>
                </c:pt>
                <c:pt idx="90">
                  <c:v>240.0</c:v>
                </c:pt>
                <c:pt idx="91">
                  <c:v>241.0</c:v>
                </c:pt>
                <c:pt idx="92">
                  <c:v>242.0</c:v>
                </c:pt>
                <c:pt idx="93">
                  <c:v>243.0</c:v>
                </c:pt>
                <c:pt idx="94">
                  <c:v>244.0</c:v>
                </c:pt>
                <c:pt idx="95">
                  <c:v>245.0</c:v>
                </c:pt>
                <c:pt idx="96">
                  <c:v>246.0</c:v>
                </c:pt>
                <c:pt idx="97">
                  <c:v>247.0</c:v>
                </c:pt>
                <c:pt idx="98">
                  <c:v>248.0</c:v>
                </c:pt>
                <c:pt idx="99">
                  <c:v>249.0</c:v>
                </c:pt>
                <c:pt idx="100">
                  <c:v>250.0</c:v>
                </c:pt>
                <c:pt idx="101">
                  <c:v>251.0</c:v>
                </c:pt>
                <c:pt idx="102">
                  <c:v>252.0</c:v>
                </c:pt>
                <c:pt idx="103">
                  <c:v>253.0</c:v>
                </c:pt>
                <c:pt idx="104">
                  <c:v>254.0</c:v>
                </c:pt>
                <c:pt idx="105">
                  <c:v>255.0</c:v>
                </c:pt>
                <c:pt idx="106">
                  <c:v>256.0</c:v>
                </c:pt>
                <c:pt idx="107">
                  <c:v>257.0</c:v>
                </c:pt>
                <c:pt idx="108">
                  <c:v>258.0</c:v>
                </c:pt>
                <c:pt idx="109">
                  <c:v>259.0</c:v>
                </c:pt>
                <c:pt idx="110">
                  <c:v>260.0</c:v>
                </c:pt>
                <c:pt idx="111">
                  <c:v>261.0</c:v>
                </c:pt>
                <c:pt idx="112">
                  <c:v>262.0</c:v>
                </c:pt>
                <c:pt idx="113">
                  <c:v>263.0</c:v>
                </c:pt>
                <c:pt idx="114">
                  <c:v>264.0</c:v>
                </c:pt>
                <c:pt idx="115">
                  <c:v>265.0</c:v>
                </c:pt>
                <c:pt idx="116">
                  <c:v>266.0</c:v>
                </c:pt>
                <c:pt idx="117">
                  <c:v>267.0</c:v>
                </c:pt>
                <c:pt idx="118">
                  <c:v>268.0</c:v>
                </c:pt>
                <c:pt idx="119">
                  <c:v>269.0</c:v>
                </c:pt>
                <c:pt idx="120">
                  <c:v>270.0</c:v>
                </c:pt>
                <c:pt idx="121">
                  <c:v>271.0</c:v>
                </c:pt>
                <c:pt idx="122">
                  <c:v>272.0</c:v>
                </c:pt>
                <c:pt idx="123">
                  <c:v>273.0</c:v>
                </c:pt>
                <c:pt idx="124">
                  <c:v>274.0</c:v>
                </c:pt>
                <c:pt idx="125">
                  <c:v>275.0</c:v>
                </c:pt>
                <c:pt idx="126">
                  <c:v>276.0</c:v>
                </c:pt>
                <c:pt idx="127">
                  <c:v>277.0</c:v>
                </c:pt>
                <c:pt idx="128">
                  <c:v>278.0</c:v>
                </c:pt>
                <c:pt idx="129">
                  <c:v>279.0</c:v>
                </c:pt>
                <c:pt idx="130">
                  <c:v>280.0</c:v>
                </c:pt>
                <c:pt idx="131">
                  <c:v>281.0</c:v>
                </c:pt>
                <c:pt idx="132">
                  <c:v>282.0</c:v>
                </c:pt>
                <c:pt idx="133">
                  <c:v>283.0</c:v>
                </c:pt>
                <c:pt idx="134">
                  <c:v>284.0</c:v>
                </c:pt>
                <c:pt idx="135">
                  <c:v>285.0</c:v>
                </c:pt>
                <c:pt idx="136">
                  <c:v>286.0</c:v>
                </c:pt>
                <c:pt idx="137">
                  <c:v>287.0</c:v>
                </c:pt>
                <c:pt idx="138">
                  <c:v>288.0</c:v>
                </c:pt>
                <c:pt idx="139">
                  <c:v>289.0</c:v>
                </c:pt>
                <c:pt idx="140">
                  <c:v>290.0</c:v>
                </c:pt>
                <c:pt idx="141">
                  <c:v>291.0</c:v>
                </c:pt>
                <c:pt idx="142">
                  <c:v>292.0</c:v>
                </c:pt>
                <c:pt idx="143">
                  <c:v>293.0</c:v>
                </c:pt>
                <c:pt idx="144">
                  <c:v>294.0</c:v>
                </c:pt>
                <c:pt idx="145">
                  <c:v>295.0</c:v>
                </c:pt>
                <c:pt idx="146">
                  <c:v>296.0</c:v>
                </c:pt>
                <c:pt idx="147">
                  <c:v>297.0</c:v>
                </c:pt>
                <c:pt idx="148">
                  <c:v>298.0</c:v>
                </c:pt>
                <c:pt idx="149">
                  <c:v>299.0</c:v>
                </c:pt>
                <c:pt idx="150">
                  <c:v>300.0</c:v>
                </c:pt>
              </c:numCache>
            </c:numRef>
          </c:xVal>
          <c:yVal>
            <c:numRef>
              <c:f>Sheet1!$B$154:$B$304</c:f>
              <c:numCache>
                <c:formatCode>General</c:formatCode>
                <c:ptCount val="151"/>
                <c:pt idx="0">
                  <c:v>0.06648415819181527</c:v>
                </c:pt>
                <c:pt idx="1">
                  <c:v>0.08697071845006091</c:v>
                </c:pt>
                <c:pt idx="2">
                  <c:v>0.09818091006551002</c:v>
                </c:pt>
                <c:pt idx="3">
                  <c:v>0.09936025997246643</c:v>
                </c:pt>
                <c:pt idx="4">
                  <c:v>0.09755114219848232</c:v>
                </c:pt>
                <c:pt idx="5">
                  <c:v>0.0954555198699602</c:v>
                </c:pt>
                <c:pt idx="6">
                  <c:v>0.09312019641235268</c:v>
                </c:pt>
                <c:pt idx="7">
                  <c:v>0.09143090460168403</c:v>
                </c:pt>
                <c:pt idx="8">
                  <c:v>0.09000310011161582</c:v>
                </c:pt>
                <c:pt idx="9">
                  <c:v>0.08915759092803284</c:v>
                </c:pt>
                <c:pt idx="10">
                  <c:v>0.08837953133414014</c:v>
                </c:pt>
                <c:pt idx="11">
                  <c:v>0.08786514203947013</c:v>
                </c:pt>
                <c:pt idx="12">
                  <c:v>0.08746671457604697</c:v>
                </c:pt>
                <c:pt idx="13">
                  <c:v>0.08727714323432154</c:v>
                </c:pt>
                <c:pt idx="14">
                  <c:v>0.08710676952601562</c:v>
                </c:pt>
                <c:pt idx="15">
                  <c:v>0.08696529805408516</c:v>
                </c:pt>
                <c:pt idx="16">
                  <c:v>0.08685784945862213</c:v>
                </c:pt>
                <c:pt idx="17">
                  <c:v>0.08679787902391192</c:v>
                </c:pt>
                <c:pt idx="18">
                  <c:v>0.08675435617342275</c:v>
                </c:pt>
                <c:pt idx="19">
                  <c:v>0.08670425656505266</c:v>
                </c:pt>
                <c:pt idx="20">
                  <c:v>0.08667493822667624</c:v>
                </c:pt>
                <c:pt idx="21">
                  <c:v>0.08666197494438885</c:v>
                </c:pt>
                <c:pt idx="22">
                  <c:v>0.08666727983422788</c:v>
                </c:pt>
                <c:pt idx="23">
                  <c:v>0.08666673939080398</c:v>
                </c:pt>
                <c:pt idx="24">
                  <c:v>0.08667619959773445</c:v>
                </c:pt>
                <c:pt idx="25">
                  <c:v>0.08668657125801854</c:v>
                </c:pt>
                <c:pt idx="26">
                  <c:v>0.08670260707554259</c:v>
                </c:pt>
                <c:pt idx="27">
                  <c:v>0.08670780775241504</c:v>
                </c:pt>
                <c:pt idx="28">
                  <c:v>0.08671170029748966</c:v>
                </c:pt>
                <c:pt idx="29">
                  <c:v>0.08671044764036857</c:v>
                </c:pt>
                <c:pt idx="30">
                  <c:v>0.08671056979254849</c:v>
                </c:pt>
                <c:pt idx="31">
                  <c:v>0.08670655809739104</c:v>
                </c:pt>
                <c:pt idx="32">
                  <c:v>0.08670442504420015</c:v>
                </c:pt>
                <c:pt idx="33">
                  <c:v>0.08670303381077574</c:v>
                </c:pt>
                <c:pt idx="34">
                  <c:v>0.08670551636682237</c:v>
                </c:pt>
                <c:pt idx="35">
                  <c:v>0.0867096342797604</c:v>
                </c:pt>
                <c:pt idx="36">
                  <c:v>0.08671592444798876</c:v>
                </c:pt>
                <c:pt idx="37">
                  <c:v>0.08672325690602024</c:v>
                </c:pt>
                <c:pt idx="38">
                  <c:v>0.08673157572953907</c:v>
                </c:pt>
                <c:pt idx="39">
                  <c:v>0.0867389548070468</c:v>
                </c:pt>
                <c:pt idx="40">
                  <c:v>0.08674507396039777</c:v>
                </c:pt>
                <c:pt idx="41">
                  <c:v>0.08674944839748146</c:v>
                </c:pt>
                <c:pt idx="42">
                  <c:v>0.08675269987344834</c:v>
                </c:pt>
                <c:pt idx="43">
                  <c:v>0.08675436219597439</c:v>
                </c:pt>
                <c:pt idx="44">
                  <c:v>0.0867548920076369</c:v>
                </c:pt>
                <c:pt idx="45">
                  <c:v>0.08675501758198821</c:v>
                </c:pt>
                <c:pt idx="46">
                  <c:v>0.08675463540845524</c:v>
                </c:pt>
                <c:pt idx="47">
                  <c:v>0.08675437507274092</c:v>
                </c:pt>
                <c:pt idx="48">
                  <c:v>0.08675439301992814</c:v>
                </c:pt>
                <c:pt idx="49">
                  <c:v>0.08675554619057589</c:v>
                </c:pt>
                <c:pt idx="50">
                  <c:v>0.08675713507001659</c:v>
                </c:pt>
                <c:pt idx="51">
                  <c:v>0.0867598603391014</c:v>
                </c:pt>
                <c:pt idx="52">
                  <c:v>0.08676242292665363</c:v>
                </c:pt>
                <c:pt idx="53">
                  <c:v>0.08676349108988064</c:v>
                </c:pt>
                <c:pt idx="54">
                  <c:v>0.08676299165928396</c:v>
                </c:pt>
                <c:pt idx="55">
                  <c:v>0.0867622294688303</c:v>
                </c:pt>
                <c:pt idx="56">
                  <c:v>0.08676049128351648</c:v>
                </c:pt>
                <c:pt idx="57">
                  <c:v>0.0867588700203829</c:v>
                </c:pt>
                <c:pt idx="58">
                  <c:v>0.08675671054827978</c:v>
                </c:pt>
                <c:pt idx="59">
                  <c:v>0.08675560379841275</c:v>
                </c:pt>
                <c:pt idx="60">
                  <c:v>0.08675441697392638</c:v>
                </c:pt>
                <c:pt idx="61">
                  <c:v>0.08675419493601944</c:v>
                </c:pt>
                <c:pt idx="62">
                  <c:v>0.08675434399152819</c:v>
                </c:pt>
                <c:pt idx="63">
                  <c:v>0.0867544569090059</c:v>
                </c:pt>
                <c:pt idx="64">
                  <c:v>0.08675442792502648</c:v>
                </c:pt>
                <c:pt idx="65">
                  <c:v>0.08675445072430656</c:v>
                </c:pt>
                <c:pt idx="66">
                  <c:v>0.08675431057554824</c:v>
                </c:pt>
                <c:pt idx="67">
                  <c:v>0.08675385759702435</c:v>
                </c:pt>
                <c:pt idx="68">
                  <c:v>0.08675285969913124</c:v>
                </c:pt>
                <c:pt idx="69">
                  <c:v>0.08675180468076937</c:v>
                </c:pt>
                <c:pt idx="70">
                  <c:v>0.08675010992942757</c:v>
                </c:pt>
                <c:pt idx="71">
                  <c:v>0.08674839778518914</c:v>
                </c:pt>
                <c:pt idx="72">
                  <c:v>0.08674685803193082</c:v>
                </c:pt>
                <c:pt idx="73">
                  <c:v>0.08674571100762303</c:v>
                </c:pt>
                <c:pt idx="74">
                  <c:v>0.08674479126789492</c:v>
                </c:pt>
                <c:pt idx="75">
                  <c:v>0.08674406134307455</c:v>
                </c:pt>
                <c:pt idx="76">
                  <c:v>0.08674367087372536</c:v>
                </c:pt>
                <c:pt idx="77">
                  <c:v>0.08674302681823212</c:v>
                </c:pt>
                <c:pt idx="78">
                  <c:v>0.08674173434752179</c:v>
                </c:pt>
                <c:pt idx="79">
                  <c:v>0.08674032344899851</c:v>
                </c:pt>
                <c:pt idx="80">
                  <c:v>0.08673861397796061</c:v>
                </c:pt>
                <c:pt idx="81">
                  <c:v>0.086737099344358</c:v>
                </c:pt>
                <c:pt idx="82">
                  <c:v>0.08673559893057829</c:v>
                </c:pt>
                <c:pt idx="83">
                  <c:v>0.08673420388477286</c:v>
                </c:pt>
                <c:pt idx="84">
                  <c:v>0.08673297497139602</c:v>
                </c:pt>
                <c:pt idx="85">
                  <c:v>0.08673236291121654</c:v>
                </c:pt>
                <c:pt idx="86">
                  <c:v>0.08673201129333293</c:v>
                </c:pt>
                <c:pt idx="87">
                  <c:v>0.08673166056790468</c:v>
                </c:pt>
                <c:pt idx="88">
                  <c:v>0.08673122333707521</c:v>
                </c:pt>
                <c:pt idx="89">
                  <c:v>0.08673078118332538</c:v>
                </c:pt>
                <c:pt idx="90">
                  <c:v>0.0867296565750721</c:v>
                </c:pt>
                <c:pt idx="91">
                  <c:v>0.08672806369068577</c:v>
                </c:pt>
                <c:pt idx="92">
                  <c:v>0.08672602800246029</c:v>
                </c:pt>
                <c:pt idx="93">
                  <c:v>0.08672455166083043</c:v>
                </c:pt>
                <c:pt idx="94">
                  <c:v>0.08672277790274971</c:v>
                </c:pt>
                <c:pt idx="95">
                  <c:v>0.08672121479291837</c:v>
                </c:pt>
                <c:pt idx="96">
                  <c:v>0.08672007497883905</c:v>
                </c:pt>
                <c:pt idx="97">
                  <c:v>0.08671981057466206</c:v>
                </c:pt>
                <c:pt idx="98">
                  <c:v>0.08672013351964551</c:v>
                </c:pt>
                <c:pt idx="99">
                  <c:v>0.0867207279599209</c:v>
                </c:pt>
                <c:pt idx="100">
                  <c:v>0.08672100313795549</c:v>
                </c:pt>
                <c:pt idx="101">
                  <c:v>0.0867207148811566</c:v>
                </c:pt>
                <c:pt idx="102">
                  <c:v>0.0867196685842368</c:v>
                </c:pt>
                <c:pt idx="103">
                  <c:v>0.08671787897468321</c:v>
                </c:pt>
                <c:pt idx="104">
                  <c:v>0.08671555365477145</c:v>
                </c:pt>
                <c:pt idx="105">
                  <c:v>0.08671360613498659</c:v>
                </c:pt>
                <c:pt idx="106">
                  <c:v>0.08671195123458182</c:v>
                </c:pt>
                <c:pt idx="107">
                  <c:v>0.08671102241017488</c:v>
                </c:pt>
                <c:pt idx="108">
                  <c:v>0.08671041875849127</c:v>
                </c:pt>
                <c:pt idx="109">
                  <c:v>0.08671052584509735</c:v>
                </c:pt>
                <c:pt idx="110">
                  <c:v>0.08671122355675932</c:v>
                </c:pt>
                <c:pt idx="111">
                  <c:v>0.08671149588651328</c:v>
                </c:pt>
                <c:pt idx="112">
                  <c:v>0.0867109405132736</c:v>
                </c:pt>
                <c:pt idx="113">
                  <c:v>0.08670976293327456</c:v>
                </c:pt>
                <c:pt idx="114">
                  <c:v>0.08670793797635455</c:v>
                </c:pt>
                <c:pt idx="115">
                  <c:v>0.08670598790118947</c:v>
                </c:pt>
                <c:pt idx="116">
                  <c:v>0.08670369196182413</c:v>
                </c:pt>
                <c:pt idx="117">
                  <c:v>0.08670220874902976</c:v>
                </c:pt>
                <c:pt idx="118">
                  <c:v>0.08670112670023263</c:v>
                </c:pt>
                <c:pt idx="119">
                  <c:v>0.08670088181843547</c:v>
                </c:pt>
                <c:pt idx="120">
                  <c:v>0.08670096146544955</c:v>
                </c:pt>
                <c:pt idx="121">
                  <c:v>0.08670106770223589</c:v>
                </c:pt>
                <c:pt idx="122">
                  <c:v>0.08670069936876097</c:v>
                </c:pt>
                <c:pt idx="123">
                  <c:v>0.08669943360235641</c:v>
                </c:pt>
                <c:pt idx="124">
                  <c:v>0.08669743914957538</c:v>
                </c:pt>
                <c:pt idx="125">
                  <c:v>0.08669543559304414</c:v>
                </c:pt>
                <c:pt idx="126">
                  <c:v>0.08669357558325362</c:v>
                </c:pt>
                <c:pt idx="127">
                  <c:v>0.08669335270889861</c:v>
                </c:pt>
                <c:pt idx="128">
                  <c:v>0.08669357459303902</c:v>
                </c:pt>
                <c:pt idx="129">
                  <c:v>0.08669417566763296</c:v>
                </c:pt>
                <c:pt idx="130">
                  <c:v>0.08669446868148939</c:v>
                </c:pt>
                <c:pt idx="131">
                  <c:v>0.08669416117490371</c:v>
                </c:pt>
                <c:pt idx="132">
                  <c:v>0.08669307555900205</c:v>
                </c:pt>
                <c:pt idx="133">
                  <c:v>0.08669188486157696</c:v>
                </c:pt>
                <c:pt idx="134">
                  <c:v>0.0866910215949928</c:v>
                </c:pt>
                <c:pt idx="135">
                  <c:v>0.08669076459078842</c:v>
                </c:pt>
                <c:pt idx="136">
                  <c:v>0.0866906324365355</c:v>
                </c:pt>
                <c:pt idx="137">
                  <c:v>0.0866911365701856</c:v>
                </c:pt>
                <c:pt idx="138">
                  <c:v>0.08669127882299968</c:v>
                </c:pt>
                <c:pt idx="139">
                  <c:v>0.08669130108595582</c:v>
                </c:pt>
                <c:pt idx="140">
                  <c:v>0.08669078225498786</c:v>
                </c:pt>
                <c:pt idx="141">
                  <c:v>0.08668988737744236</c:v>
                </c:pt>
                <c:pt idx="142">
                  <c:v>0.08668850896267702</c:v>
                </c:pt>
                <c:pt idx="143">
                  <c:v>0.08668669920000406</c:v>
                </c:pt>
                <c:pt idx="144">
                  <c:v>0.08668564950932345</c:v>
                </c:pt>
                <c:pt idx="145">
                  <c:v>0.08668530213019407</c:v>
                </c:pt>
                <c:pt idx="146">
                  <c:v>0.08668514413640813</c:v>
                </c:pt>
                <c:pt idx="147">
                  <c:v>0.08668555181881527</c:v>
                </c:pt>
                <c:pt idx="148">
                  <c:v>0.08668565637159774</c:v>
                </c:pt>
                <c:pt idx="149">
                  <c:v>0.08668565826804323</c:v>
                </c:pt>
                <c:pt idx="150">
                  <c:v>0.08668499459402723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Sheet1!$B$306</c:f>
              <c:strCache>
                <c:ptCount val="1"/>
                <c:pt idx="0">
                  <c:v>8°</c:v>
                </c:pt>
              </c:strCache>
            </c:strRef>
          </c:tx>
          <c:spPr>
            <a:ln w="22225">
              <a:solidFill>
                <a:srgbClr val="E54B6A"/>
              </a:solidFill>
            </a:ln>
          </c:spPr>
          <c:marker>
            <c:symbol val="none"/>
          </c:marker>
          <c:xVal>
            <c:numRef>
              <c:f>Sheet1!$A$307:$A$907</c:f>
              <c:numCache>
                <c:formatCode>General</c:formatCode>
                <c:ptCount val="601"/>
                <c:pt idx="0">
                  <c:v>300.0</c:v>
                </c:pt>
                <c:pt idx="1">
                  <c:v>301.0</c:v>
                </c:pt>
                <c:pt idx="2">
                  <c:v>302.0</c:v>
                </c:pt>
                <c:pt idx="3">
                  <c:v>303.0</c:v>
                </c:pt>
                <c:pt idx="4">
                  <c:v>304.0</c:v>
                </c:pt>
                <c:pt idx="5">
                  <c:v>305.0</c:v>
                </c:pt>
                <c:pt idx="6">
                  <c:v>306.0</c:v>
                </c:pt>
                <c:pt idx="7">
                  <c:v>307.0</c:v>
                </c:pt>
                <c:pt idx="8">
                  <c:v>308.0</c:v>
                </c:pt>
                <c:pt idx="9">
                  <c:v>309.0</c:v>
                </c:pt>
                <c:pt idx="10">
                  <c:v>310.0</c:v>
                </c:pt>
                <c:pt idx="11">
                  <c:v>311.0</c:v>
                </c:pt>
                <c:pt idx="12">
                  <c:v>312.0</c:v>
                </c:pt>
                <c:pt idx="13">
                  <c:v>313.0</c:v>
                </c:pt>
                <c:pt idx="14">
                  <c:v>314.0</c:v>
                </c:pt>
                <c:pt idx="15">
                  <c:v>315.0</c:v>
                </c:pt>
                <c:pt idx="16">
                  <c:v>316.0</c:v>
                </c:pt>
                <c:pt idx="17">
                  <c:v>317.0</c:v>
                </c:pt>
                <c:pt idx="18">
                  <c:v>318.0</c:v>
                </c:pt>
                <c:pt idx="19">
                  <c:v>319.0</c:v>
                </c:pt>
                <c:pt idx="20">
                  <c:v>320.0</c:v>
                </c:pt>
                <c:pt idx="21">
                  <c:v>321.0</c:v>
                </c:pt>
                <c:pt idx="22">
                  <c:v>322.0</c:v>
                </c:pt>
                <c:pt idx="23">
                  <c:v>323.0</c:v>
                </c:pt>
                <c:pt idx="24">
                  <c:v>324.0</c:v>
                </c:pt>
                <c:pt idx="25">
                  <c:v>325.0</c:v>
                </c:pt>
                <c:pt idx="26">
                  <c:v>326.0</c:v>
                </c:pt>
                <c:pt idx="27">
                  <c:v>327.0</c:v>
                </c:pt>
                <c:pt idx="28">
                  <c:v>328.0</c:v>
                </c:pt>
                <c:pt idx="29">
                  <c:v>329.0</c:v>
                </c:pt>
                <c:pt idx="30">
                  <c:v>330.0</c:v>
                </c:pt>
                <c:pt idx="31">
                  <c:v>331.0</c:v>
                </c:pt>
                <c:pt idx="32">
                  <c:v>332.0</c:v>
                </c:pt>
                <c:pt idx="33">
                  <c:v>333.0</c:v>
                </c:pt>
                <c:pt idx="34">
                  <c:v>334.0</c:v>
                </c:pt>
                <c:pt idx="35">
                  <c:v>335.0</c:v>
                </c:pt>
                <c:pt idx="36">
                  <c:v>336.0</c:v>
                </c:pt>
                <c:pt idx="37">
                  <c:v>337.0</c:v>
                </c:pt>
                <c:pt idx="38">
                  <c:v>338.0</c:v>
                </c:pt>
                <c:pt idx="39">
                  <c:v>339.0</c:v>
                </c:pt>
                <c:pt idx="40">
                  <c:v>340.0</c:v>
                </c:pt>
                <c:pt idx="41">
                  <c:v>341.0</c:v>
                </c:pt>
                <c:pt idx="42">
                  <c:v>342.0</c:v>
                </c:pt>
                <c:pt idx="43">
                  <c:v>343.0</c:v>
                </c:pt>
                <c:pt idx="44">
                  <c:v>344.0</c:v>
                </c:pt>
                <c:pt idx="45">
                  <c:v>345.0</c:v>
                </c:pt>
                <c:pt idx="46">
                  <c:v>346.0</c:v>
                </c:pt>
                <c:pt idx="47">
                  <c:v>347.0</c:v>
                </c:pt>
                <c:pt idx="48">
                  <c:v>348.0</c:v>
                </c:pt>
                <c:pt idx="49">
                  <c:v>349.0</c:v>
                </c:pt>
                <c:pt idx="50">
                  <c:v>350.0</c:v>
                </c:pt>
                <c:pt idx="51">
                  <c:v>351.0</c:v>
                </c:pt>
                <c:pt idx="52">
                  <c:v>352.0</c:v>
                </c:pt>
                <c:pt idx="53">
                  <c:v>353.0</c:v>
                </c:pt>
                <c:pt idx="54">
                  <c:v>354.0</c:v>
                </c:pt>
                <c:pt idx="55">
                  <c:v>355.0</c:v>
                </c:pt>
                <c:pt idx="56">
                  <c:v>356.0</c:v>
                </c:pt>
                <c:pt idx="57">
                  <c:v>357.0</c:v>
                </c:pt>
                <c:pt idx="58">
                  <c:v>358.0</c:v>
                </c:pt>
                <c:pt idx="59">
                  <c:v>359.0</c:v>
                </c:pt>
                <c:pt idx="60">
                  <c:v>360.0</c:v>
                </c:pt>
                <c:pt idx="61">
                  <c:v>361.0</c:v>
                </c:pt>
                <c:pt idx="62">
                  <c:v>362.0</c:v>
                </c:pt>
                <c:pt idx="63">
                  <c:v>363.0</c:v>
                </c:pt>
                <c:pt idx="64">
                  <c:v>364.0</c:v>
                </c:pt>
                <c:pt idx="65">
                  <c:v>365.0</c:v>
                </c:pt>
                <c:pt idx="66">
                  <c:v>366.0</c:v>
                </c:pt>
                <c:pt idx="67">
                  <c:v>367.0</c:v>
                </c:pt>
                <c:pt idx="68">
                  <c:v>368.0</c:v>
                </c:pt>
                <c:pt idx="69">
                  <c:v>369.0</c:v>
                </c:pt>
                <c:pt idx="70">
                  <c:v>370.0</c:v>
                </c:pt>
                <c:pt idx="71">
                  <c:v>371.0</c:v>
                </c:pt>
                <c:pt idx="72">
                  <c:v>372.0</c:v>
                </c:pt>
                <c:pt idx="73">
                  <c:v>373.0</c:v>
                </c:pt>
                <c:pt idx="74">
                  <c:v>374.0</c:v>
                </c:pt>
                <c:pt idx="75">
                  <c:v>375.0</c:v>
                </c:pt>
                <c:pt idx="76">
                  <c:v>376.0</c:v>
                </c:pt>
                <c:pt idx="77">
                  <c:v>377.0</c:v>
                </c:pt>
                <c:pt idx="78">
                  <c:v>378.0</c:v>
                </c:pt>
                <c:pt idx="79">
                  <c:v>379.0</c:v>
                </c:pt>
                <c:pt idx="80">
                  <c:v>380.0</c:v>
                </c:pt>
                <c:pt idx="81">
                  <c:v>381.0</c:v>
                </c:pt>
                <c:pt idx="82">
                  <c:v>382.0</c:v>
                </c:pt>
                <c:pt idx="83">
                  <c:v>383.0</c:v>
                </c:pt>
                <c:pt idx="84">
                  <c:v>384.0</c:v>
                </c:pt>
                <c:pt idx="85">
                  <c:v>385.0</c:v>
                </c:pt>
                <c:pt idx="86">
                  <c:v>386.0</c:v>
                </c:pt>
                <c:pt idx="87">
                  <c:v>387.0</c:v>
                </c:pt>
                <c:pt idx="88">
                  <c:v>388.0</c:v>
                </c:pt>
                <c:pt idx="89">
                  <c:v>389.0</c:v>
                </c:pt>
                <c:pt idx="90">
                  <c:v>390.0</c:v>
                </c:pt>
                <c:pt idx="91">
                  <c:v>391.0</c:v>
                </c:pt>
                <c:pt idx="92">
                  <c:v>392.0</c:v>
                </c:pt>
                <c:pt idx="93">
                  <c:v>393.0</c:v>
                </c:pt>
                <c:pt idx="94">
                  <c:v>394.0</c:v>
                </c:pt>
                <c:pt idx="95">
                  <c:v>395.0</c:v>
                </c:pt>
                <c:pt idx="96">
                  <c:v>396.0</c:v>
                </c:pt>
                <c:pt idx="97">
                  <c:v>397.0</c:v>
                </c:pt>
                <c:pt idx="98">
                  <c:v>398.0</c:v>
                </c:pt>
                <c:pt idx="99">
                  <c:v>399.0</c:v>
                </c:pt>
                <c:pt idx="100">
                  <c:v>400.0</c:v>
                </c:pt>
                <c:pt idx="101">
                  <c:v>401.0</c:v>
                </c:pt>
                <c:pt idx="102">
                  <c:v>402.0</c:v>
                </c:pt>
                <c:pt idx="103">
                  <c:v>403.0</c:v>
                </c:pt>
                <c:pt idx="104">
                  <c:v>404.0</c:v>
                </c:pt>
                <c:pt idx="105">
                  <c:v>405.0</c:v>
                </c:pt>
                <c:pt idx="106">
                  <c:v>406.0</c:v>
                </c:pt>
                <c:pt idx="107">
                  <c:v>407.0</c:v>
                </c:pt>
                <c:pt idx="108">
                  <c:v>408.0</c:v>
                </c:pt>
                <c:pt idx="109">
                  <c:v>409.0</c:v>
                </c:pt>
                <c:pt idx="110">
                  <c:v>410.0</c:v>
                </c:pt>
                <c:pt idx="111">
                  <c:v>411.0</c:v>
                </c:pt>
                <c:pt idx="112">
                  <c:v>412.0</c:v>
                </c:pt>
                <c:pt idx="113">
                  <c:v>413.0</c:v>
                </c:pt>
                <c:pt idx="114">
                  <c:v>414.0</c:v>
                </c:pt>
                <c:pt idx="115">
                  <c:v>415.0</c:v>
                </c:pt>
                <c:pt idx="116">
                  <c:v>416.0</c:v>
                </c:pt>
                <c:pt idx="117">
                  <c:v>417.0</c:v>
                </c:pt>
                <c:pt idx="118">
                  <c:v>418.0</c:v>
                </c:pt>
                <c:pt idx="119">
                  <c:v>419.0</c:v>
                </c:pt>
                <c:pt idx="120">
                  <c:v>420.0</c:v>
                </c:pt>
                <c:pt idx="121">
                  <c:v>421.0</c:v>
                </c:pt>
                <c:pt idx="122">
                  <c:v>422.0</c:v>
                </c:pt>
                <c:pt idx="123">
                  <c:v>423.0</c:v>
                </c:pt>
                <c:pt idx="124">
                  <c:v>424.0</c:v>
                </c:pt>
                <c:pt idx="125">
                  <c:v>425.0</c:v>
                </c:pt>
                <c:pt idx="126">
                  <c:v>426.0</c:v>
                </c:pt>
                <c:pt idx="127">
                  <c:v>427.0</c:v>
                </c:pt>
                <c:pt idx="128">
                  <c:v>428.0</c:v>
                </c:pt>
                <c:pt idx="129">
                  <c:v>429.0</c:v>
                </c:pt>
                <c:pt idx="130">
                  <c:v>430.0</c:v>
                </c:pt>
                <c:pt idx="131">
                  <c:v>431.0</c:v>
                </c:pt>
                <c:pt idx="132">
                  <c:v>432.0</c:v>
                </c:pt>
                <c:pt idx="133">
                  <c:v>433.0</c:v>
                </c:pt>
                <c:pt idx="134">
                  <c:v>434.0</c:v>
                </c:pt>
                <c:pt idx="135">
                  <c:v>435.0</c:v>
                </c:pt>
                <c:pt idx="136">
                  <c:v>436.0</c:v>
                </c:pt>
                <c:pt idx="137">
                  <c:v>437.0</c:v>
                </c:pt>
                <c:pt idx="138">
                  <c:v>438.0</c:v>
                </c:pt>
                <c:pt idx="139">
                  <c:v>439.0</c:v>
                </c:pt>
                <c:pt idx="140">
                  <c:v>440.0</c:v>
                </c:pt>
                <c:pt idx="141">
                  <c:v>441.0</c:v>
                </c:pt>
                <c:pt idx="142">
                  <c:v>442.0</c:v>
                </c:pt>
                <c:pt idx="143">
                  <c:v>443.0</c:v>
                </c:pt>
                <c:pt idx="144">
                  <c:v>444.0</c:v>
                </c:pt>
                <c:pt idx="145">
                  <c:v>445.0</c:v>
                </c:pt>
                <c:pt idx="146">
                  <c:v>446.0</c:v>
                </c:pt>
                <c:pt idx="147">
                  <c:v>447.0</c:v>
                </c:pt>
                <c:pt idx="148">
                  <c:v>448.0</c:v>
                </c:pt>
                <c:pt idx="149">
                  <c:v>449.0</c:v>
                </c:pt>
                <c:pt idx="150">
                  <c:v>450.0</c:v>
                </c:pt>
                <c:pt idx="151">
                  <c:v>451.0</c:v>
                </c:pt>
                <c:pt idx="152">
                  <c:v>452.0</c:v>
                </c:pt>
                <c:pt idx="153">
                  <c:v>453.0</c:v>
                </c:pt>
                <c:pt idx="154">
                  <c:v>454.0</c:v>
                </c:pt>
                <c:pt idx="155">
                  <c:v>455.0</c:v>
                </c:pt>
                <c:pt idx="156">
                  <c:v>456.0</c:v>
                </c:pt>
                <c:pt idx="157">
                  <c:v>457.0</c:v>
                </c:pt>
                <c:pt idx="158">
                  <c:v>458.0</c:v>
                </c:pt>
                <c:pt idx="159">
                  <c:v>459.0</c:v>
                </c:pt>
                <c:pt idx="160">
                  <c:v>460.0</c:v>
                </c:pt>
                <c:pt idx="161">
                  <c:v>461.0</c:v>
                </c:pt>
                <c:pt idx="162">
                  <c:v>462.0</c:v>
                </c:pt>
                <c:pt idx="163">
                  <c:v>463.0</c:v>
                </c:pt>
                <c:pt idx="164">
                  <c:v>464.0</c:v>
                </c:pt>
                <c:pt idx="165">
                  <c:v>465.0</c:v>
                </c:pt>
                <c:pt idx="166">
                  <c:v>466.0</c:v>
                </c:pt>
                <c:pt idx="167">
                  <c:v>467.0</c:v>
                </c:pt>
                <c:pt idx="168">
                  <c:v>468.0</c:v>
                </c:pt>
                <c:pt idx="169">
                  <c:v>469.0</c:v>
                </c:pt>
                <c:pt idx="170">
                  <c:v>470.0</c:v>
                </c:pt>
                <c:pt idx="171">
                  <c:v>471.0</c:v>
                </c:pt>
                <c:pt idx="172">
                  <c:v>472.0</c:v>
                </c:pt>
                <c:pt idx="173">
                  <c:v>473.0</c:v>
                </c:pt>
                <c:pt idx="174">
                  <c:v>474.0</c:v>
                </c:pt>
                <c:pt idx="175">
                  <c:v>475.0</c:v>
                </c:pt>
                <c:pt idx="176">
                  <c:v>476.0</c:v>
                </c:pt>
                <c:pt idx="177">
                  <c:v>477.0</c:v>
                </c:pt>
                <c:pt idx="178">
                  <c:v>478.0</c:v>
                </c:pt>
                <c:pt idx="179">
                  <c:v>479.0</c:v>
                </c:pt>
                <c:pt idx="180">
                  <c:v>480.0</c:v>
                </c:pt>
                <c:pt idx="181">
                  <c:v>481.0</c:v>
                </c:pt>
                <c:pt idx="182">
                  <c:v>482.0</c:v>
                </c:pt>
                <c:pt idx="183">
                  <c:v>483.0</c:v>
                </c:pt>
                <c:pt idx="184">
                  <c:v>484.0</c:v>
                </c:pt>
                <c:pt idx="185">
                  <c:v>485.0</c:v>
                </c:pt>
                <c:pt idx="186">
                  <c:v>486.0</c:v>
                </c:pt>
                <c:pt idx="187">
                  <c:v>487.0</c:v>
                </c:pt>
                <c:pt idx="188">
                  <c:v>488.0</c:v>
                </c:pt>
                <c:pt idx="189">
                  <c:v>489.0</c:v>
                </c:pt>
                <c:pt idx="190">
                  <c:v>490.0</c:v>
                </c:pt>
                <c:pt idx="191">
                  <c:v>491.0</c:v>
                </c:pt>
                <c:pt idx="192">
                  <c:v>492.0</c:v>
                </c:pt>
                <c:pt idx="193">
                  <c:v>493.0</c:v>
                </c:pt>
                <c:pt idx="194">
                  <c:v>494.0</c:v>
                </c:pt>
                <c:pt idx="195">
                  <c:v>495.0</c:v>
                </c:pt>
                <c:pt idx="196">
                  <c:v>496.0</c:v>
                </c:pt>
                <c:pt idx="197">
                  <c:v>497.0</c:v>
                </c:pt>
                <c:pt idx="198">
                  <c:v>498.0</c:v>
                </c:pt>
                <c:pt idx="199">
                  <c:v>499.0</c:v>
                </c:pt>
                <c:pt idx="200">
                  <c:v>500.0</c:v>
                </c:pt>
                <c:pt idx="201">
                  <c:v>501.0</c:v>
                </c:pt>
                <c:pt idx="202">
                  <c:v>502.0</c:v>
                </c:pt>
                <c:pt idx="203">
                  <c:v>503.0</c:v>
                </c:pt>
                <c:pt idx="204">
                  <c:v>504.0</c:v>
                </c:pt>
                <c:pt idx="205">
                  <c:v>505.0</c:v>
                </c:pt>
                <c:pt idx="206">
                  <c:v>506.0</c:v>
                </c:pt>
                <c:pt idx="207">
                  <c:v>507.0</c:v>
                </c:pt>
                <c:pt idx="208">
                  <c:v>508.0</c:v>
                </c:pt>
                <c:pt idx="209">
                  <c:v>509.0</c:v>
                </c:pt>
                <c:pt idx="210">
                  <c:v>510.0</c:v>
                </c:pt>
                <c:pt idx="211">
                  <c:v>511.0</c:v>
                </c:pt>
                <c:pt idx="212">
                  <c:v>512.0</c:v>
                </c:pt>
                <c:pt idx="213">
                  <c:v>513.0</c:v>
                </c:pt>
                <c:pt idx="214">
                  <c:v>514.0</c:v>
                </c:pt>
                <c:pt idx="215">
                  <c:v>515.0</c:v>
                </c:pt>
                <c:pt idx="216">
                  <c:v>516.0</c:v>
                </c:pt>
                <c:pt idx="217">
                  <c:v>517.0</c:v>
                </c:pt>
                <c:pt idx="218">
                  <c:v>518.0</c:v>
                </c:pt>
                <c:pt idx="219">
                  <c:v>519.0</c:v>
                </c:pt>
                <c:pt idx="220">
                  <c:v>520.0</c:v>
                </c:pt>
                <c:pt idx="221">
                  <c:v>521.0</c:v>
                </c:pt>
                <c:pt idx="222">
                  <c:v>522.0</c:v>
                </c:pt>
                <c:pt idx="223">
                  <c:v>523.0</c:v>
                </c:pt>
                <c:pt idx="224">
                  <c:v>524.0</c:v>
                </c:pt>
                <c:pt idx="225">
                  <c:v>525.0</c:v>
                </c:pt>
                <c:pt idx="226">
                  <c:v>526.0</c:v>
                </c:pt>
                <c:pt idx="227">
                  <c:v>527.0</c:v>
                </c:pt>
                <c:pt idx="228">
                  <c:v>528.0</c:v>
                </c:pt>
                <c:pt idx="229">
                  <c:v>529.0</c:v>
                </c:pt>
                <c:pt idx="230">
                  <c:v>530.0</c:v>
                </c:pt>
                <c:pt idx="231">
                  <c:v>531.0</c:v>
                </c:pt>
                <c:pt idx="232">
                  <c:v>532.0</c:v>
                </c:pt>
                <c:pt idx="233">
                  <c:v>533.0</c:v>
                </c:pt>
                <c:pt idx="234">
                  <c:v>534.0</c:v>
                </c:pt>
                <c:pt idx="235">
                  <c:v>535.0</c:v>
                </c:pt>
                <c:pt idx="236">
                  <c:v>536.0</c:v>
                </c:pt>
                <c:pt idx="237">
                  <c:v>537.0</c:v>
                </c:pt>
                <c:pt idx="238">
                  <c:v>538.0</c:v>
                </c:pt>
                <c:pt idx="239">
                  <c:v>539.0</c:v>
                </c:pt>
                <c:pt idx="240">
                  <c:v>540.0</c:v>
                </c:pt>
                <c:pt idx="241">
                  <c:v>541.0</c:v>
                </c:pt>
                <c:pt idx="242">
                  <c:v>542.0</c:v>
                </c:pt>
                <c:pt idx="243">
                  <c:v>543.0</c:v>
                </c:pt>
                <c:pt idx="244">
                  <c:v>544.0</c:v>
                </c:pt>
                <c:pt idx="245">
                  <c:v>545.0</c:v>
                </c:pt>
                <c:pt idx="246">
                  <c:v>546.0</c:v>
                </c:pt>
                <c:pt idx="247">
                  <c:v>547.0</c:v>
                </c:pt>
                <c:pt idx="248">
                  <c:v>548.0</c:v>
                </c:pt>
                <c:pt idx="249">
                  <c:v>549.0</c:v>
                </c:pt>
                <c:pt idx="250">
                  <c:v>550.0</c:v>
                </c:pt>
                <c:pt idx="251">
                  <c:v>551.0</c:v>
                </c:pt>
                <c:pt idx="252">
                  <c:v>552.0</c:v>
                </c:pt>
                <c:pt idx="253">
                  <c:v>553.0</c:v>
                </c:pt>
                <c:pt idx="254">
                  <c:v>554.0</c:v>
                </c:pt>
                <c:pt idx="255">
                  <c:v>555.0</c:v>
                </c:pt>
                <c:pt idx="256">
                  <c:v>556.0</c:v>
                </c:pt>
                <c:pt idx="257">
                  <c:v>557.0</c:v>
                </c:pt>
                <c:pt idx="258">
                  <c:v>558.0</c:v>
                </c:pt>
                <c:pt idx="259">
                  <c:v>559.0</c:v>
                </c:pt>
                <c:pt idx="260">
                  <c:v>560.0</c:v>
                </c:pt>
                <c:pt idx="261">
                  <c:v>561.0</c:v>
                </c:pt>
                <c:pt idx="262">
                  <c:v>562.0</c:v>
                </c:pt>
                <c:pt idx="263">
                  <c:v>563.0</c:v>
                </c:pt>
                <c:pt idx="264">
                  <c:v>564.0</c:v>
                </c:pt>
                <c:pt idx="265">
                  <c:v>565.0</c:v>
                </c:pt>
                <c:pt idx="266">
                  <c:v>566.0</c:v>
                </c:pt>
                <c:pt idx="267">
                  <c:v>567.0</c:v>
                </c:pt>
                <c:pt idx="268">
                  <c:v>568.0</c:v>
                </c:pt>
                <c:pt idx="269">
                  <c:v>569.0</c:v>
                </c:pt>
                <c:pt idx="270">
                  <c:v>570.0</c:v>
                </c:pt>
                <c:pt idx="271">
                  <c:v>571.0</c:v>
                </c:pt>
                <c:pt idx="272">
                  <c:v>572.0</c:v>
                </c:pt>
                <c:pt idx="273">
                  <c:v>573.0</c:v>
                </c:pt>
                <c:pt idx="274">
                  <c:v>574.0</c:v>
                </c:pt>
                <c:pt idx="275">
                  <c:v>575.0</c:v>
                </c:pt>
                <c:pt idx="276">
                  <c:v>576.0</c:v>
                </c:pt>
                <c:pt idx="277">
                  <c:v>577.0</c:v>
                </c:pt>
                <c:pt idx="278">
                  <c:v>578.0</c:v>
                </c:pt>
                <c:pt idx="279">
                  <c:v>579.0</c:v>
                </c:pt>
                <c:pt idx="280">
                  <c:v>580.0</c:v>
                </c:pt>
                <c:pt idx="281">
                  <c:v>581.0</c:v>
                </c:pt>
                <c:pt idx="282">
                  <c:v>582.0</c:v>
                </c:pt>
                <c:pt idx="283">
                  <c:v>583.0</c:v>
                </c:pt>
                <c:pt idx="284">
                  <c:v>584.0</c:v>
                </c:pt>
                <c:pt idx="285">
                  <c:v>585.0</c:v>
                </c:pt>
                <c:pt idx="286">
                  <c:v>586.0</c:v>
                </c:pt>
                <c:pt idx="287">
                  <c:v>587.0</c:v>
                </c:pt>
                <c:pt idx="288">
                  <c:v>588.0</c:v>
                </c:pt>
                <c:pt idx="289">
                  <c:v>589.0</c:v>
                </c:pt>
                <c:pt idx="290">
                  <c:v>590.0</c:v>
                </c:pt>
                <c:pt idx="291">
                  <c:v>591.0</c:v>
                </c:pt>
                <c:pt idx="292">
                  <c:v>592.0</c:v>
                </c:pt>
                <c:pt idx="293">
                  <c:v>593.0</c:v>
                </c:pt>
                <c:pt idx="294">
                  <c:v>594.0</c:v>
                </c:pt>
                <c:pt idx="295">
                  <c:v>595.0</c:v>
                </c:pt>
                <c:pt idx="296">
                  <c:v>596.0</c:v>
                </c:pt>
                <c:pt idx="297">
                  <c:v>597.0</c:v>
                </c:pt>
                <c:pt idx="298">
                  <c:v>598.0</c:v>
                </c:pt>
                <c:pt idx="299">
                  <c:v>599.0</c:v>
                </c:pt>
                <c:pt idx="300">
                  <c:v>600.0</c:v>
                </c:pt>
                <c:pt idx="301">
                  <c:v>601.0</c:v>
                </c:pt>
                <c:pt idx="302">
                  <c:v>602.0</c:v>
                </c:pt>
                <c:pt idx="303">
                  <c:v>603.0</c:v>
                </c:pt>
                <c:pt idx="304">
                  <c:v>604.0</c:v>
                </c:pt>
                <c:pt idx="305">
                  <c:v>605.0</c:v>
                </c:pt>
                <c:pt idx="306">
                  <c:v>606.0</c:v>
                </c:pt>
                <c:pt idx="307">
                  <c:v>607.0</c:v>
                </c:pt>
                <c:pt idx="308">
                  <c:v>608.0</c:v>
                </c:pt>
                <c:pt idx="309">
                  <c:v>609.0</c:v>
                </c:pt>
                <c:pt idx="310">
                  <c:v>610.0</c:v>
                </c:pt>
                <c:pt idx="311">
                  <c:v>611.0</c:v>
                </c:pt>
                <c:pt idx="312">
                  <c:v>612.0</c:v>
                </c:pt>
                <c:pt idx="313">
                  <c:v>613.0</c:v>
                </c:pt>
                <c:pt idx="314">
                  <c:v>614.0</c:v>
                </c:pt>
                <c:pt idx="315">
                  <c:v>615.0</c:v>
                </c:pt>
                <c:pt idx="316">
                  <c:v>616.0</c:v>
                </c:pt>
                <c:pt idx="317">
                  <c:v>617.0</c:v>
                </c:pt>
                <c:pt idx="318">
                  <c:v>618.0</c:v>
                </c:pt>
                <c:pt idx="319">
                  <c:v>619.0</c:v>
                </c:pt>
                <c:pt idx="320">
                  <c:v>620.0</c:v>
                </c:pt>
                <c:pt idx="321">
                  <c:v>621.0</c:v>
                </c:pt>
                <c:pt idx="322">
                  <c:v>622.0</c:v>
                </c:pt>
                <c:pt idx="323">
                  <c:v>623.0</c:v>
                </c:pt>
                <c:pt idx="324">
                  <c:v>624.0</c:v>
                </c:pt>
                <c:pt idx="325">
                  <c:v>625.0</c:v>
                </c:pt>
                <c:pt idx="326">
                  <c:v>626.0</c:v>
                </c:pt>
                <c:pt idx="327">
                  <c:v>627.0</c:v>
                </c:pt>
                <c:pt idx="328">
                  <c:v>628.0</c:v>
                </c:pt>
                <c:pt idx="329">
                  <c:v>629.0</c:v>
                </c:pt>
                <c:pt idx="330">
                  <c:v>630.0</c:v>
                </c:pt>
                <c:pt idx="331">
                  <c:v>631.0</c:v>
                </c:pt>
                <c:pt idx="332">
                  <c:v>632.0</c:v>
                </c:pt>
                <c:pt idx="333">
                  <c:v>633.0</c:v>
                </c:pt>
                <c:pt idx="334">
                  <c:v>634.0</c:v>
                </c:pt>
                <c:pt idx="335">
                  <c:v>635.0</c:v>
                </c:pt>
                <c:pt idx="336">
                  <c:v>636.0</c:v>
                </c:pt>
                <c:pt idx="337">
                  <c:v>637.0</c:v>
                </c:pt>
                <c:pt idx="338">
                  <c:v>638.0</c:v>
                </c:pt>
                <c:pt idx="339">
                  <c:v>639.0</c:v>
                </c:pt>
                <c:pt idx="340">
                  <c:v>640.0</c:v>
                </c:pt>
                <c:pt idx="341">
                  <c:v>641.0</c:v>
                </c:pt>
                <c:pt idx="342">
                  <c:v>642.0</c:v>
                </c:pt>
                <c:pt idx="343">
                  <c:v>643.0</c:v>
                </c:pt>
                <c:pt idx="344">
                  <c:v>644.0</c:v>
                </c:pt>
                <c:pt idx="345">
                  <c:v>645.0</c:v>
                </c:pt>
                <c:pt idx="346">
                  <c:v>646.0</c:v>
                </c:pt>
                <c:pt idx="347">
                  <c:v>647.0</c:v>
                </c:pt>
                <c:pt idx="348">
                  <c:v>648.0</c:v>
                </c:pt>
                <c:pt idx="349">
                  <c:v>649.0</c:v>
                </c:pt>
                <c:pt idx="350">
                  <c:v>650.0</c:v>
                </c:pt>
                <c:pt idx="351">
                  <c:v>651.0</c:v>
                </c:pt>
                <c:pt idx="352">
                  <c:v>652.0</c:v>
                </c:pt>
                <c:pt idx="353">
                  <c:v>653.0</c:v>
                </c:pt>
                <c:pt idx="354">
                  <c:v>654.0</c:v>
                </c:pt>
                <c:pt idx="355">
                  <c:v>655.0</c:v>
                </c:pt>
                <c:pt idx="356">
                  <c:v>656.0</c:v>
                </c:pt>
                <c:pt idx="357">
                  <c:v>657.0</c:v>
                </c:pt>
                <c:pt idx="358">
                  <c:v>658.0</c:v>
                </c:pt>
                <c:pt idx="359">
                  <c:v>659.0</c:v>
                </c:pt>
                <c:pt idx="360">
                  <c:v>660.0</c:v>
                </c:pt>
                <c:pt idx="361">
                  <c:v>661.0</c:v>
                </c:pt>
                <c:pt idx="362">
                  <c:v>662.0</c:v>
                </c:pt>
                <c:pt idx="363">
                  <c:v>663.0</c:v>
                </c:pt>
                <c:pt idx="364">
                  <c:v>664.0</c:v>
                </c:pt>
                <c:pt idx="365">
                  <c:v>665.0</c:v>
                </c:pt>
                <c:pt idx="366">
                  <c:v>666.0</c:v>
                </c:pt>
                <c:pt idx="367">
                  <c:v>667.0</c:v>
                </c:pt>
                <c:pt idx="368">
                  <c:v>668.0</c:v>
                </c:pt>
                <c:pt idx="369">
                  <c:v>669.0</c:v>
                </c:pt>
                <c:pt idx="370">
                  <c:v>670.0</c:v>
                </c:pt>
                <c:pt idx="371">
                  <c:v>671.0</c:v>
                </c:pt>
                <c:pt idx="372">
                  <c:v>672.0</c:v>
                </c:pt>
                <c:pt idx="373">
                  <c:v>673.0</c:v>
                </c:pt>
                <c:pt idx="374">
                  <c:v>674.0</c:v>
                </c:pt>
                <c:pt idx="375">
                  <c:v>675.0</c:v>
                </c:pt>
                <c:pt idx="376">
                  <c:v>676.0</c:v>
                </c:pt>
                <c:pt idx="377">
                  <c:v>677.0</c:v>
                </c:pt>
                <c:pt idx="378">
                  <c:v>678.0</c:v>
                </c:pt>
                <c:pt idx="379">
                  <c:v>679.0</c:v>
                </c:pt>
                <c:pt idx="380">
                  <c:v>680.0</c:v>
                </c:pt>
                <c:pt idx="381">
                  <c:v>681.0</c:v>
                </c:pt>
                <c:pt idx="382">
                  <c:v>682.0</c:v>
                </c:pt>
                <c:pt idx="383">
                  <c:v>683.0</c:v>
                </c:pt>
                <c:pt idx="384">
                  <c:v>684.0</c:v>
                </c:pt>
                <c:pt idx="385">
                  <c:v>685.0</c:v>
                </c:pt>
                <c:pt idx="386">
                  <c:v>686.0</c:v>
                </c:pt>
                <c:pt idx="387">
                  <c:v>687.0</c:v>
                </c:pt>
                <c:pt idx="388">
                  <c:v>688.0</c:v>
                </c:pt>
                <c:pt idx="389">
                  <c:v>689.0</c:v>
                </c:pt>
                <c:pt idx="390">
                  <c:v>690.0</c:v>
                </c:pt>
                <c:pt idx="391">
                  <c:v>691.0</c:v>
                </c:pt>
                <c:pt idx="392">
                  <c:v>692.0</c:v>
                </c:pt>
                <c:pt idx="393">
                  <c:v>693.0</c:v>
                </c:pt>
                <c:pt idx="394">
                  <c:v>694.0</c:v>
                </c:pt>
                <c:pt idx="395">
                  <c:v>695.0</c:v>
                </c:pt>
                <c:pt idx="396">
                  <c:v>696.0</c:v>
                </c:pt>
                <c:pt idx="397">
                  <c:v>697.0</c:v>
                </c:pt>
                <c:pt idx="398">
                  <c:v>698.0</c:v>
                </c:pt>
                <c:pt idx="399">
                  <c:v>699.0</c:v>
                </c:pt>
                <c:pt idx="400">
                  <c:v>700.0</c:v>
                </c:pt>
                <c:pt idx="401">
                  <c:v>701.0</c:v>
                </c:pt>
                <c:pt idx="402">
                  <c:v>702.0</c:v>
                </c:pt>
                <c:pt idx="403">
                  <c:v>703.0</c:v>
                </c:pt>
                <c:pt idx="404">
                  <c:v>704.0</c:v>
                </c:pt>
                <c:pt idx="405">
                  <c:v>705.0</c:v>
                </c:pt>
                <c:pt idx="406">
                  <c:v>706.0</c:v>
                </c:pt>
                <c:pt idx="407">
                  <c:v>707.0</c:v>
                </c:pt>
                <c:pt idx="408">
                  <c:v>708.0</c:v>
                </c:pt>
                <c:pt idx="409">
                  <c:v>709.0</c:v>
                </c:pt>
                <c:pt idx="410">
                  <c:v>710.0</c:v>
                </c:pt>
                <c:pt idx="411">
                  <c:v>711.0</c:v>
                </c:pt>
                <c:pt idx="412">
                  <c:v>712.0</c:v>
                </c:pt>
                <c:pt idx="413">
                  <c:v>713.0</c:v>
                </c:pt>
                <c:pt idx="414">
                  <c:v>714.0</c:v>
                </c:pt>
                <c:pt idx="415">
                  <c:v>715.0</c:v>
                </c:pt>
                <c:pt idx="416">
                  <c:v>716.0</c:v>
                </c:pt>
                <c:pt idx="417">
                  <c:v>717.0</c:v>
                </c:pt>
                <c:pt idx="418">
                  <c:v>718.0</c:v>
                </c:pt>
                <c:pt idx="419">
                  <c:v>719.0</c:v>
                </c:pt>
                <c:pt idx="420">
                  <c:v>720.0</c:v>
                </c:pt>
                <c:pt idx="421">
                  <c:v>721.0</c:v>
                </c:pt>
                <c:pt idx="422">
                  <c:v>722.0</c:v>
                </c:pt>
                <c:pt idx="423">
                  <c:v>723.0</c:v>
                </c:pt>
                <c:pt idx="424">
                  <c:v>724.0</c:v>
                </c:pt>
                <c:pt idx="425">
                  <c:v>725.0</c:v>
                </c:pt>
                <c:pt idx="426">
                  <c:v>726.0</c:v>
                </c:pt>
                <c:pt idx="427">
                  <c:v>727.0</c:v>
                </c:pt>
                <c:pt idx="428">
                  <c:v>728.0</c:v>
                </c:pt>
                <c:pt idx="429">
                  <c:v>729.0</c:v>
                </c:pt>
                <c:pt idx="430">
                  <c:v>730.0</c:v>
                </c:pt>
                <c:pt idx="431">
                  <c:v>731.0</c:v>
                </c:pt>
                <c:pt idx="432">
                  <c:v>732.0</c:v>
                </c:pt>
                <c:pt idx="433">
                  <c:v>733.0</c:v>
                </c:pt>
                <c:pt idx="434">
                  <c:v>734.0</c:v>
                </c:pt>
                <c:pt idx="435">
                  <c:v>735.0</c:v>
                </c:pt>
                <c:pt idx="436">
                  <c:v>736.0</c:v>
                </c:pt>
                <c:pt idx="437">
                  <c:v>737.0</c:v>
                </c:pt>
                <c:pt idx="438">
                  <c:v>738.0</c:v>
                </c:pt>
                <c:pt idx="439">
                  <c:v>739.0</c:v>
                </c:pt>
                <c:pt idx="440">
                  <c:v>740.0</c:v>
                </c:pt>
                <c:pt idx="441">
                  <c:v>741.0</c:v>
                </c:pt>
                <c:pt idx="442">
                  <c:v>742.0</c:v>
                </c:pt>
                <c:pt idx="443">
                  <c:v>743.0</c:v>
                </c:pt>
                <c:pt idx="444">
                  <c:v>744.0</c:v>
                </c:pt>
                <c:pt idx="445">
                  <c:v>745.0</c:v>
                </c:pt>
                <c:pt idx="446">
                  <c:v>746.0</c:v>
                </c:pt>
                <c:pt idx="447">
                  <c:v>747.0</c:v>
                </c:pt>
                <c:pt idx="448">
                  <c:v>748.0</c:v>
                </c:pt>
                <c:pt idx="449">
                  <c:v>749.0</c:v>
                </c:pt>
                <c:pt idx="450">
                  <c:v>750.0</c:v>
                </c:pt>
                <c:pt idx="451">
                  <c:v>751.0</c:v>
                </c:pt>
                <c:pt idx="452">
                  <c:v>752.0</c:v>
                </c:pt>
                <c:pt idx="453">
                  <c:v>753.0</c:v>
                </c:pt>
                <c:pt idx="454">
                  <c:v>754.0</c:v>
                </c:pt>
                <c:pt idx="455">
                  <c:v>755.0</c:v>
                </c:pt>
                <c:pt idx="456">
                  <c:v>756.0</c:v>
                </c:pt>
                <c:pt idx="457">
                  <c:v>757.0</c:v>
                </c:pt>
                <c:pt idx="458">
                  <c:v>758.0</c:v>
                </c:pt>
                <c:pt idx="459">
                  <c:v>759.0</c:v>
                </c:pt>
                <c:pt idx="460">
                  <c:v>760.0</c:v>
                </c:pt>
                <c:pt idx="461">
                  <c:v>761.0</c:v>
                </c:pt>
                <c:pt idx="462">
                  <c:v>762.0</c:v>
                </c:pt>
                <c:pt idx="463">
                  <c:v>763.0</c:v>
                </c:pt>
                <c:pt idx="464">
                  <c:v>764.0</c:v>
                </c:pt>
                <c:pt idx="465">
                  <c:v>765.0</c:v>
                </c:pt>
                <c:pt idx="466">
                  <c:v>766.0</c:v>
                </c:pt>
                <c:pt idx="467">
                  <c:v>767.0</c:v>
                </c:pt>
                <c:pt idx="468">
                  <c:v>768.0</c:v>
                </c:pt>
                <c:pt idx="469">
                  <c:v>769.0</c:v>
                </c:pt>
                <c:pt idx="470">
                  <c:v>770.0</c:v>
                </c:pt>
                <c:pt idx="471">
                  <c:v>771.0</c:v>
                </c:pt>
                <c:pt idx="472">
                  <c:v>772.0</c:v>
                </c:pt>
                <c:pt idx="473">
                  <c:v>773.0</c:v>
                </c:pt>
                <c:pt idx="474">
                  <c:v>774.0</c:v>
                </c:pt>
                <c:pt idx="475">
                  <c:v>775.0</c:v>
                </c:pt>
                <c:pt idx="476">
                  <c:v>776.0</c:v>
                </c:pt>
                <c:pt idx="477">
                  <c:v>777.0</c:v>
                </c:pt>
                <c:pt idx="478">
                  <c:v>778.0</c:v>
                </c:pt>
                <c:pt idx="479">
                  <c:v>779.0</c:v>
                </c:pt>
                <c:pt idx="480">
                  <c:v>780.0</c:v>
                </c:pt>
                <c:pt idx="481">
                  <c:v>781.0</c:v>
                </c:pt>
                <c:pt idx="482">
                  <c:v>782.0</c:v>
                </c:pt>
                <c:pt idx="483">
                  <c:v>783.0</c:v>
                </c:pt>
                <c:pt idx="484">
                  <c:v>784.0</c:v>
                </c:pt>
                <c:pt idx="485">
                  <c:v>785.0</c:v>
                </c:pt>
                <c:pt idx="486">
                  <c:v>786.0</c:v>
                </c:pt>
                <c:pt idx="487">
                  <c:v>787.0</c:v>
                </c:pt>
                <c:pt idx="488">
                  <c:v>788.0</c:v>
                </c:pt>
                <c:pt idx="489">
                  <c:v>789.0</c:v>
                </c:pt>
                <c:pt idx="490">
                  <c:v>790.0</c:v>
                </c:pt>
                <c:pt idx="491">
                  <c:v>791.0</c:v>
                </c:pt>
                <c:pt idx="492">
                  <c:v>792.0</c:v>
                </c:pt>
                <c:pt idx="493">
                  <c:v>793.0</c:v>
                </c:pt>
                <c:pt idx="494">
                  <c:v>794.0</c:v>
                </c:pt>
                <c:pt idx="495">
                  <c:v>795.0</c:v>
                </c:pt>
                <c:pt idx="496">
                  <c:v>796.0</c:v>
                </c:pt>
                <c:pt idx="497">
                  <c:v>797.0</c:v>
                </c:pt>
                <c:pt idx="498">
                  <c:v>798.0</c:v>
                </c:pt>
                <c:pt idx="499">
                  <c:v>799.0</c:v>
                </c:pt>
                <c:pt idx="500">
                  <c:v>800.0</c:v>
                </c:pt>
                <c:pt idx="501">
                  <c:v>801.0</c:v>
                </c:pt>
                <c:pt idx="502">
                  <c:v>802.0</c:v>
                </c:pt>
                <c:pt idx="503">
                  <c:v>803.0</c:v>
                </c:pt>
                <c:pt idx="504">
                  <c:v>804.0</c:v>
                </c:pt>
                <c:pt idx="505">
                  <c:v>805.0</c:v>
                </c:pt>
                <c:pt idx="506">
                  <c:v>806.0</c:v>
                </c:pt>
                <c:pt idx="507">
                  <c:v>807.0</c:v>
                </c:pt>
                <c:pt idx="508">
                  <c:v>808.0</c:v>
                </c:pt>
                <c:pt idx="509">
                  <c:v>809.0</c:v>
                </c:pt>
                <c:pt idx="510">
                  <c:v>810.0</c:v>
                </c:pt>
                <c:pt idx="511">
                  <c:v>811.0</c:v>
                </c:pt>
                <c:pt idx="512">
                  <c:v>812.0</c:v>
                </c:pt>
                <c:pt idx="513">
                  <c:v>813.0</c:v>
                </c:pt>
                <c:pt idx="514">
                  <c:v>814.0</c:v>
                </c:pt>
                <c:pt idx="515">
                  <c:v>815.0</c:v>
                </c:pt>
                <c:pt idx="516">
                  <c:v>816.0</c:v>
                </c:pt>
                <c:pt idx="517">
                  <c:v>817.0</c:v>
                </c:pt>
                <c:pt idx="518">
                  <c:v>818.0</c:v>
                </c:pt>
                <c:pt idx="519">
                  <c:v>819.0</c:v>
                </c:pt>
                <c:pt idx="520">
                  <c:v>820.0</c:v>
                </c:pt>
                <c:pt idx="521">
                  <c:v>821.0</c:v>
                </c:pt>
                <c:pt idx="522">
                  <c:v>822.0</c:v>
                </c:pt>
                <c:pt idx="523">
                  <c:v>823.0</c:v>
                </c:pt>
                <c:pt idx="524">
                  <c:v>824.0</c:v>
                </c:pt>
                <c:pt idx="525">
                  <c:v>825.0</c:v>
                </c:pt>
                <c:pt idx="526">
                  <c:v>826.0</c:v>
                </c:pt>
                <c:pt idx="527">
                  <c:v>827.0</c:v>
                </c:pt>
                <c:pt idx="528">
                  <c:v>828.0</c:v>
                </c:pt>
                <c:pt idx="529">
                  <c:v>829.0</c:v>
                </c:pt>
                <c:pt idx="530">
                  <c:v>830.0</c:v>
                </c:pt>
                <c:pt idx="531">
                  <c:v>831.0</c:v>
                </c:pt>
                <c:pt idx="532">
                  <c:v>832.0</c:v>
                </c:pt>
                <c:pt idx="533">
                  <c:v>833.0</c:v>
                </c:pt>
                <c:pt idx="534">
                  <c:v>834.0</c:v>
                </c:pt>
                <c:pt idx="535">
                  <c:v>835.0</c:v>
                </c:pt>
                <c:pt idx="536">
                  <c:v>836.0</c:v>
                </c:pt>
                <c:pt idx="537">
                  <c:v>837.0</c:v>
                </c:pt>
                <c:pt idx="538">
                  <c:v>838.0</c:v>
                </c:pt>
                <c:pt idx="539">
                  <c:v>839.0</c:v>
                </c:pt>
                <c:pt idx="540">
                  <c:v>840.0</c:v>
                </c:pt>
                <c:pt idx="541">
                  <c:v>841.0</c:v>
                </c:pt>
                <c:pt idx="542">
                  <c:v>842.0</c:v>
                </c:pt>
                <c:pt idx="543">
                  <c:v>843.0</c:v>
                </c:pt>
                <c:pt idx="544">
                  <c:v>844.0</c:v>
                </c:pt>
                <c:pt idx="545">
                  <c:v>845.0</c:v>
                </c:pt>
                <c:pt idx="546">
                  <c:v>846.0</c:v>
                </c:pt>
                <c:pt idx="547">
                  <c:v>847.0</c:v>
                </c:pt>
                <c:pt idx="548">
                  <c:v>848.0</c:v>
                </c:pt>
                <c:pt idx="549">
                  <c:v>849.0</c:v>
                </c:pt>
                <c:pt idx="550">
                  <c:v>850.0</c:v>
                </c:pt>
                <c:pt idx="551">
                  <c:v>851.0</c:v>
                </c:pt>
                <c:pt idx="552">
                  <c:v>852.0</c:v>
                </c:pt>
                <c:pt idx="553">
                  <c:v>853.0</c:v>
                </c:pt>
                <c:pt idx="554">
                  <c:v>854.0</c:v>
                </c:pt>
                <c:pt idx="555">
                  <c:v>855.0</c:v>
                </c:pt>
                <c:pt idx="556">
                  <c:v>856.0</c:v>
                </c:pt>
                <c:pt idx="557">
                  <c:v>857.0</c:v>
                </c:pt>
                <c:pt idx="558">
                  <c:v>858.0</c:v>
                </c:pt>
                <c:pt idx="559">
                  <c:v>859.0</c:v>
                </c:pt>
                <c:pt idx="560">
                  <c:v>860.0</c:v>
                </c:pt>
                <c:pt idx="561">
                  <c:v>861.0</c:v>
                </c:pt>
                <c:pt idx="562">
                  <c:v>862.0</c:v>
                </c:pt>
                <c:pt idx="563">
                  <c:v>863.0</c:v>
                </c:pt>
                <c:pt idx="564">
                  <c:v>864.0</c:v>
                </c:pt>
                <c:pt idx="565">
                  <c:v>865.0</c:v>
                </c:pt>
                <c:pt idx="566">
                  <c:v>866.0</c:v>
                </c:pt>
                <c:pt idx="567">
                  <c:v>867.0</c:v>
                </c:pt>
                <c:pt idx="568">
                  <c:v>868.0</c:v>
                </c:pt>
                <c:pt idx="569">
                  <c:v>869.0</c:v>
                </c:pt>
                <c:pt idx="570">
                  <c:v>870.0</c:v>
                </c:pt>
                <c:pt idx="571">
                  <c:v>871.0</c:v>
                </c:pt>
                <c:pt idx="572">
                  <c:v>872.0</c:v>
                </c:pt>
                <c:pt idx="573">
                  <c:v>873.0</c:v>
                </c:pt>
                <c:pt idx="574">
                  <c:v>874.0</c:v>
                </c:pt>
                <c:pt idx="575">
                  <c:v>875.0</c:v>
                </c:pt>
                <c:pt idx="576">
                  <c:v>876.0</c:v>
                </c:pt>
                <c:pt idx="577">
                  <c:v>877.0</c:v>
                </c:pt>
                <c:pt idx="578">
                  <c:v>878.0</c:v>
                </c:pt>
                <c:pt idx="579">
                  <c:v>879.0</c:v>
                </c:pt>
                <c:pt idx="580">
                  <c:v>880.0</c:v>
                </c:pt>
                <c:pt idx="581">
                  <c:v>881.0</c:v>
                </c:pt>
                <c:pt idx="582">
                  <c:v>882.0</c:v>
                </c:pt>
                <c:pt idx="583">
                  <c:v>883.0</c:v>
                </c:pt>
                <c:pt idx="584">
                  <c:v>884.0</c:v>
                </c:pt>
                <c:pt idx="585">
                  <c:v>885.0</c:v>
                </c:pt>
                <c:pt idx="586">
                  <c:v>886.0</c:v>
                </c:pt>
                <c:pt idx="587">
                  <c:v>887.0</c:v>
                </c:pt>
                <c:pt idx="588">
                  <c:v>888.0</c:v>
                </c:pt>
                <c:pt idx="589">
                  <c:v>889.0</c:v>
                </c:pt>
                <c:pt idx="590">
                  <c:v>890.0</c:v>
                </c:pt>
                <c:pt idx="591">
                  <c:v>891.0</c:v>
                </c:pt>
                <c:pt idx="592">
                  <c:v>892.0</c:v>
                </c:pt>
                <c:pt idx="593">
                  <c:v>893.0</c:v>
                </c:pt>
                <c:pt idx="594">
                  <c:v>894.0</c:v>
                </c:pt>
                <c:pt idx="595">
                  <c:v>895.0</c:v>
                </c:pt>
                <c:pt idx="596">
                  <c:v>896.0</c:v>
                </c:pt>
                <c:pt idx="597">
                  <c:v>897.0</c:v>
                </c:pt>
                <c:pt idx="598">
                  <c:v>898.0</c:v>
                </c:pt>
                <c:pt idx="599">
                  <c:v>899.0</c:v>
                </c:pt>
                <c:pt idx="600">
                  <c:v>900.0</c:v>
                </c:pt>
              </c:numCache>
            </c:numRef>
          </c:xVal>
          <c:yVal>
            <c:numRef>
              <c:f>Sheet1!$B$307:$B$907</c:f>
              <c:numCache>
                <c:formatCode>General</c:formatCode>
                <c:ptCount val="601"/>
                <c:pt idx="0">
                  <c:v>0.08668499459402723</c:v>
                </c:pt>
                <c:pt idx="1">
                  <c:v>0.1332082091080854</c:v>
                </c:pt>
                <c:pt idx="2">
                  <c:v>0.1527171519694921</c:v>
                </c:pt>
                <c:pt idx="3">
                  <c:v>0.1516919259547244</c:v>
                </c:pt>
                <c:pt idx="4">
                  <c:v>0.1488808019477172</c:v>
                </c:pt>
                <c:pt idx="5">
                  <c:v>0.1444883937286878</c:v>
                </c:pt>
                <c:pt idx="6">
                  <c:v>0.1416814046681235</c:v>
                </c:pt>
                <c:pt idx="7">
                  <c:v>0.1387149815169426</c:v>
                </c:pt>
                <c:pt idx="8">
                  <c:v>0.1372074416853412</c:v>
                </c:pt>
                <c:pt idx="9">
                  <c:v>0.1355592551254338</c:v>
                </c:pt>
                <c:pt idx="10">
                  <c:v>0.134861862363395</c:v>
                </c:pt>
                <c:pt idx="11">
                  <c:v>0.1340209967964631</c:v>
                </c:pt>
                <c:pt idx="12">
                  <c:v>0.1339085758753593</c:v>
                </c:pt>
                <c:pt idx="13">
                  <c:v>0.133682990589307</c:v>
                </c:pt>
                <c:pt idx="14">
                  <c:v>0.1339827441752206</c:v>
                </c:pt>
                <c:pt idx="15">
                  <c:v>0.1341495717932889</c:v>
                </c:pt>
                <c:pt idx="16">
                  <c:v>0.134683017760922</c:v>
                </c:pt>
                <c:pt idx="17">
                  <c:v>0.1351216620634751</c:v>
                </c:pt>
                <c:pt idx="18">
                  <c:v>0.1358280757036877</c:v>
                </c:pt>
                <c:pt idx="19">
                  <c:v>0.1364577011767133</c:v>
                </c:pt>
                <c:pt idx="20">
                  <c:v>0.1372539896974847</c:v>
                </c:pt>
                <c:pt idx="21">
                  <c:v>0.1379970656818365</c:v>
                </c:pt>
                <c:pt idx="22">
                  <c:v>0.1388740133507104</c:v>
                </c:pt>
                <c:pt idx="23">
                  <c:v>0.1397225526577454</c:v>
                </c:pt>
                <c:pt idx="24">
                  <c:v>0.1406240592516349</c:v>
                </c:pt>
                <c:pt idx="25">
                  <c:v>0.1414388729611285</c:v>
                </c:pt>
                <c:pt idx="26">
                  <c:v>0.1422226193013667</c:v>
                </c:pt>
                <c:pt idx="27">
                  <c:v>0.1429031460790469</c:v>
                </c:pt>
                <c:pt idx="28">
                  <c:v>0.1435348708140404</c:v>
                </c:pt>
                <c:pt idx="29">
                  <c:v>0.1440777330558047</c:v>
                </c:pt>
                <c:pt idx="30">
                  <c:v>0.1446001182914344</c:v>
                </c:pt>
                <c:pt idx="31">
                  <c:v>0.1451049905085793</c:v>
                </c:pt>
                <c:pt idx="32">
                  <c:v>0.1456259325002383</c:v>
                </c:pt>
                <c:pt idx="33">
                  <c:v>0.146215494491607</c:v>
                </c:pt>
                <c:pt idx="34">
                  <c:v>0.1468524440817144</c:v>
                </c:pt>
                <c:pt idx="35">
                  <c:v>0.1474604628340394</c:v>
                </c:pt>
                <c:pt idx="36">
                  <c:v>0.1479632712890135</c:v>
                </c:pt>
                <c:pt idx="37">
                  <c:v>0.1483439803060198</c:v>
                </c:pt>
                <c:pt idx="38">
                  <c:v>0.1485511031101439</c:v>
                </c:pt>
                <c:pt idx="39">
                  <c:v>0.1484381626792392</c:v>
                </c:pt>
                <c:pt idx="40">
                  <c:v>0.1478771252647351</c:v>
                </c:pt>
                <c:pt idx="41">
                  <c:v>0.1469378073212604</c:v>
                </c:pt>
                <c:pt idx="42">
                  <c:v>0.1457915362045475</c:v>
                </c:pt>
                <c:pt idx="43">
                  <c:v>0.1444691407961974</c:v>
                </c:pt>
                <c:pt idx="44">
                  <c:v>0.1429570262882404</c:v>
                </c:pt>
                <c:pt idx="45">
                  <c:v>0.1414435308229485</c:v>
                </c:pt>
                <c:pt idx="46">
                  <c:v>0.1402126101934242</c:v>
                </c:pt>
                <c:pt idx="47">
                  <c:v>0.139469540760891</c:v>
                </c:pt>
                <c:pt idx="48">
                  <c:v>0.1391317592234341</c:v>
                </c:pt>
                <c:pt idx="49">
                  <c:v>0.1389529606291742</c:v>
                </c:pt>
                <c:pt idx="50">
                  <c:v>0.1388099030714962</c:v>
                </c:pt>
                <c:pt idx="51">
                  <c:v>0.1386749321083301</c:v>
                </c:pt>
                <c:pt idx="52">
                  <c:v>0.1385733377529918</c:v>
                </c:pt>
                <c:pt idx="53">
                  <c:v>0.1385592256174935</c:v>
                </c:pt>
                <c:pt idx="54">
                  <c:v>0.1386381789466245</c:v>
                </c:pt>
                <c:pt idx="55">
                  <c:v>0.1387984175344014</c:v>
                </c:pt>
                <c:pt idx="56">
                  <c:v>0.1390230887297751</c:v>
                </c:pt>
                <c:pt idx="57">
                  <c:v>0.1393021633193302</c:v>
                </c:pt>
                <c:pt idx="58">
                  <c:v>0.1396268841947535</c:v>
                </c:pt>
                <c:pt idx="59">
                  <c:v>0.1399755323544133</c:v>
                </c:pt>
                <c:pt idx="60">
                  <c:v>0.1403165307253792</c:v>
                </c:pt>
                <c:pt idx="61">
                  <c:v>0.1406076787773155</c:v>
                </c:pt>
                <c:pt idx="62">
                  <c:v>0.1408249569234594</c:v>
                </c:pt>
                <c:pt idx="63">
                  <c:v>0.1409553796889621</c:v>
                </c:pt>
                <c:pt idx="64">
                  <c:v>0.1410001204433304</c:v>
                </c:pt>
                <c:pt idx="65">
                  <c:v>0.1410024513671596</c:v>
                </c:pt>
                <c:pt idx="66">
                  <c:v>0.1409472077857838</c:v>
                </c:pt>
                <c:pt idx="67">
                  <c:v>0.1408332510406601</c:v>
                </c:pt>
                <c:pt idx="68">
                  <c:v>0.1406743745910558</c:v>
                </c:pt>
                <c:pt idx="69">
                  <c:v>0.140541149898401</c:v>
                </c:pt>
                <c:pt idx="70">
                  <c:v>0.1404911604820667</c:v>
                </c:pt>
                <c:pt idx="71">
                  <c:v>0.1406097095688243</c:v>
                </c:pt>
                <c:pt idx="72">
                  <c:v>0.1408972312132186</c:v>
                </c:pt>
                <c:pt idx="73">
                  <c:v>0.1413249123121264</c:v>
                </c:pt>
                <c:pt idx="74">
                  <c:v>0.1418456482493015</c:v>
                </c:pt>
                <c:pt idx="75">
                  <c:v>0.1424478454151997</c:v>
                </c:pt>
                <c:pt idx="76">
                  <c:v>0.1431086091801142</c:v>
                </c:pt>
                <c:pt idx="77">
                  <c:v>0.1437660414895582</c:v>
                </c:pt>
                <c:pt idx="78">
                  <c:v>0.1443783880211047</c:v>
                </c:pt>
                <c:pt idx="79">
                  <c:v>0.1449891189832106</c:v>
                </c:pt>
                <c:pt idx="80">
                  <c:v>0.1456865212425675</c:v>
                </c:pt>
                <c:pt idx="81">
                  <c:v>0.1464645127382068</c:v>
                </c:pt>
                <c:pt idx="82">
                  <c:v>0.1472087053155182</c:v>
                </c:pt>
                <c:pt idx="83">
                  <c:v>0.1478200426144839</c:v>
                </c:pt>
                <c:pt idx="84">
                  <c:v>0.1483782268130828</c:v>
                </c:pt>
                <c:pt idx="85">
                  <c:v>0.1486969032028141</c:v>
                </c:pt>
                <c:pt idx="86">
                  <c:v>0.1483671058067089</c:v>
                </c:pt>
                <c:pt idx="87">
                  <c:v>0.1472795840887271</c:v>
                </c:pt>
                <c:pt idx="88">
                  <c:v>0.1459089771096676</c:v>
                </c:pt>
                <c:pt idx="89">
                  <c:v>0.1444833167222195</c:v>
                </c:pt>
                <c:pt idx="90">
                  <c:v>0.1429725595967311</c:v>
                </c:pt>
                <c:pt idx="91">
                  <c:v>0.1415676635947985</c:v>
                </c:pt>
                <c:pt idx="92">
                  <c:v>0.1405608992016455</c:v>
                </c:pt>
                <c:pt idx="93">
                  <c:v>0.1400927835753616</c:v>
                </c:pt>
                <c:pt idx="94">
                  <c:v>0.1400702373028162</c:v>
                </c:pt>
                <c:pt idx="95">
                  <c:v>0.1402727817378327</c:v>
                </c:pt>
                <c:pt idx="96">
                  <c:v>0.1406121578010855</c:v>
                </c:pt>
                <c:pt idx="97">
                  <c:v>0.1410801765857329</c:v>
                </c:pt>
                <c:pt idx="98">
                  <c:v>0.1416853486238643</c:v>
                </c:pt>
                <c:pt idx="99">
                  <c:v>0.1423823276934266</c:v>
                </c:pt>
                <c:pt idx="100">
                  <c:v>0.1431189719844314</c:v>
                </c:pt>
                <c:pt idx="101">
                  <c:v>0.1439101328211538</c:v>
                </c:pt>
                <c:pt idx="102">
                  <c:v>0.1448589442382276</c:v>
                </c:pt>
                <c:pt idx="103">
                  <c:v>0.1458845007734957</c:v>
                </c:pt>
                <c:pt idx="104">
                  <c:v>0.1466332958748503</c:v>
                </c:pt>
                <c:pt idx="105">
                  <c:v>0.1470237186070083</c:v>
                </c:pt>
                <c:pt idx="106">
                  <c:v>0.1473850224974237</c:v>
                </c:pt>
                <c:pt idx="107">
                  <c:v>0.1481418797853694</c:v>
                </c:pt>
                <c:pt idx="108">
                  <c:v>0.1484686812814806</c:v>
                </c:pt>
                <c:pt idx="109">
                  <c:v>0.1478825387268314</c:v>
                </c:pt>
                <c:pt idx="110">
                  <c:v>0.1465686738084153</c:v>
                </c:pt>
                <c:pt idx="111">
                  <c:v>0.1454646089217657</c:v>
                </c:pt>
                <c:pt idx="112">
                  <c:v>0.1446185289995303</c:v>
                </c:pt>
                <c:pt idx="113">
                  <c:v>0.1435804806046777</c:v>
                </c:pt>
                <c:pt idx="114">
                  <c:v>0.1425063046148376</c:v>
                </c:pt>
                <c:pt idx="115">
                  <c:v>0.1415290841387001</c:v>
                </c:pt>
                <c:pt idx="116">
                  <c:v>0.140723760205857</c:v>
                </c:pt>
                <c:pt idx="117">
                  <c:v>0.1401138523740391</c:v>
                </c:pt>
                <c:pt idx="118">
                  <c:v>0.1397019897705179</c:v>
                </c:pt>
                <c:pt idx="119">
                  <c:v>0.1393933857379438</c:v>
                </c:pt>
                <c:pt idx="120">
                  <c:v>0.1391253200407763</c:v>
                </c:pt>
                <c:pt idx="121">
                  <c:v>0.1388660315259461</c:v>
                </c:pt>
                <c:pt idx="122">
                  <c:v>0.1386407156646354</c:v>
                </c:pt>
                <c:pt idx="123">
                  <c:v>0.1384859655759707</c:v>
                </c:pt>
                <c:pt idx="124">
                  <c:v>0.1384093239979253</c:v>
                </c:pt>
                <c:pt idx="125">
                  <c:v>0.1384038032641849</c:v>
                </c:pt>
                <c:pt idx="126">
                  <c:v>0.1384573392393903</c:v>
                </c:pt>
                <c:pt idx="127">
                  <c:v>0.1385623989637526</c:v>
                </c:pt>
                <c:pt idx="128">
                  <c:v>0.1387044187052636</c:v>
                </c:pt>
                <c:pt idx="129">
                  <c:v>0.1388717194997867</c:v>
                </c:pt>
                <c:pt idx="130">
                  <c:v>0.1390554605363712</c:v>
                </c:pt>
                <c:pt idx="131">
                  <c:v>0.1392484463556323</c:v>
                </c:pt>
                <c:pt idx="132">
                  <c:v>0.1394479995916379</c:v>
                </c:pt>
                <c:pt idx="133">
                  <c:v>0.1396440992619626</c:v>
                </c:pt>
                <c:pt idx="134">
                  <c:v>0.1398261322889815</c:v>
                </c:pt>
                <c:pt idx="135">
                  <c:v>0.13999887422035</c:v>
                </c:pt>
                <c:pt idx="136">
                  <c:v>0.1401909199281321</c:v>
                </c:pt>
                <c:pt idx="137">
                  <c:v>0.1404192299628466</c:v>
                </c:pt>
                <c:pt idx="138">
                  <c:v>0.1406855475975428</c:v>
                </c:pt>
                <c:pt idx="139">
                  <c:v>0.1409816276760747</c:v>
                </c:pt>
                <c:pt idx="140">
                  <c:v>0.1413182785997501</c:v>
                </c:pt>
                <c:pt idx="141">
                  <c:v>0.1417067041970536</c:v>
                </c:pt>
                <c:pt idx="142">
                  <c:v>0.142132951019958</c:v>
                </c:pt>
                <c:pt idx="143">
                  <c:v>0.1425491756087958</c:v>
                </c:pt>
                <c:pt idx="144">
                  <c:v>0.1429644956289772</c:v>
                </c:pt>
                <c:pt idx="145">
                  <c:v>0.1433932568079605</c:v>
                </c:pt>
                <c:pt idx="146">
                  <c:v>0.1438614302225096</c:v>
                </c:pt>
                <c:pt idx="147">
                  <c:v>0.1443848086269915</c:v>
                </c:pt>
                <c:pt idx="148">
                  <c:v>0.1450057345908147</c:v>
                </c:pt>
                <c:pt idx="149">
                  <c:v>0.1457781923949554</c:v>
                </c:pt>
                <c:pt idx="150">
                  <c:v>0.1466705166503259</c:v>
                </c:pt>
                <c:pt idx="151">
                  <c:v>0.1475432861203655</c:v>
                </c:pt>
                <c:pt idx="152">
                  <c:v>0.1482511989582128</c:v>
                </c:pt>
                <c:pt idx="153">
                  <c:v>0.1487980681711805</c:v>
                </c:pt>
                <c:pt idx="154">
                  <c:v>0.1490960084996546</c:v>
                </c:pt>
                <c:pt idx="155">
                  <c:v>0.1488362332548576</c:v>
                </c:pt>
                <c:pt idx="156">
                  <c:v>0.1478750242031423</c:v>
                </c:pt>
                <c:pt idx="157">
                  <c:v>0.1465274164746791</c:v>
                </c:pt>
                <c:pt idx="158">
                  <c:v>0.1450729189149866</c:v>
                </c:pt>
                <c:pt idx="159">
                  <c:v>0.1435245164179391</c:v>
                </c:pt>
                <c:pt idx="160">
                  <c:v>0.1419946234451578</c:v>
                </c:pt>
                <c:pt idx="161">
                  <c:v>0.1407838176449175</c:v>
                </c:pt>
                <c:pt idx="162">
                  <c:v>0.1400673227505219</c:v>
                </c:pt>
                <c:pt idx="163">
                  <c:v>0.139784461956793</c:v>
                </c:pt>
                <c:pt idx="164">
                  <c:v>0.1397318733126711</c:v>
                </c:pt>
                <c:pt idx="165">
                  <c:v>0.1398052194530051</c:v>
                </c:pt>
                <c:pt idx="166">
                  <c:v>0.139988171567946</c:v>
                </c:pt>
                <c:pt idx="167">
                  <c:v>0.1402763982979458</c:v>
                </c:pt>
                <c:pt idx="168">
                  <c:v>0.1406801713142392</c:v>
                </c:pt>
                <c:pt idx="169">
                  <c:v>0.1411891432795292</c:v>
                </c:pt>
                <c:pt idx="170">
                  <c:v>0.1418129846817287</c:v>
                </c:pt>
                <c:pt idx="171">
                  <c:v>0.1426003377136861</c:v>
                </c:pt>
                <c:pt idx="172">
                  <c:v>0.1435449805371959</c:v>
                </c:pt>
                <c:pt idx="173">
                  <c:v>0.1445019145071718</c:v>
                </c:pt>
                <c:pt idx="174">
                  <c:v>0.1454113023685593</c:v>
                </c:pt>
                <c:pt idx="175">
                  <c:v>0.146315921184966</c:v>
                </c:pt>
                <c:pt idx="176">
                  <c:v>0.1474587152642254</c:v>
                </c:pt>
                <c:pt idx="177">
                  <c:v>0.1484778066944287</c:v>
                </c:pt>
                <c:pt idx="178">
                  <c:v>0.1487204867908178</c:v>
                </c:pt>
                <c:pt idx="179">
                  <c:v>0.1480088751446102</c:v>
                </c:pt>
                <c:pt idx="180">
                  <c:v>0.1474198244287451</c:v>
                </c:pt>
                <c:pt idx="181">
                  <c:v>0.1472729647153537</c:v>
                </c:pt>
                <c:pt idx="182">
                  <c:v>0.1469480758077031</c:v>
                </c:pt>
                <c:pt idx="183">
                  <c:v>0.1460273988762093</c:v>
                </c:pt>
                <c:pt idx="184">
                  <c:v>0.1448386775294647</c:v>
                </c:pt>
                <c:pt idx="185">
                  <c:v>0.1436448795332036</c:v>
                </c:pt>
                <c:pt idx="186">
                  <c:v>0.1424521606960926</c:v>
                </c:pt>
                <c:pt idx="187">
                  <c:v>0.1413133149840317</c:v>
                </c:pt>
                <c:pt idx="188">
                  <c:v>0.1404298951675629</c:v>
                </c:pt>
                <c:pt idx="189">
                  <c:v>0.1398399652838782</c:v>
                </c:pt>
                <c:pt idx="190">
                  <c:v>0.1394591341894598</c:v>
                </c:pt>
                <c:pt idx="191">
                  <c:v>0.1392130856937293</c:v>
                </c:pt>
                <c:pt idx="192">
                  <c:v>0.1390316252765937</c:v>
                </c:pt>
                <c:pt idx="193">
                  <c:v>0.1388744849847319</c:v>
                </c:pt>
                <c:pt idx="194">
                  <c:v>0.1387544730787058</c:v>
                </c:pt>
                <c:pt idx="195">
                  <c:v>0.1386755480760475</c:v>
                </c:pt>
                <c:pt idx="196">
                  <c:v>0.1386330797431909</c:v>
                </c:pt>
                <c:pt idx="197">
                  <c:v>0.1386223831020175</c:v>
                </c:pt>
                <c:pt idx="198">
                  <c:v>0.138646519424912</c:v>
                </c:pt>
                <c:pt idx="199">
                  <c:v>0.1387028587914262</c:v>
                </c:pt>
                <c:pt idx="200">
                  <c:v>0.1387861246170216</c:v>
                </c:pt>
                <c:pt idx="201">
                  <c:v>0.1388975727325868</c:v>
                </c:pt>
                <c:pt idx="202">
                  <c:v>0.1390300167058503</c:v>
                </c:pt>
                <c:pt idx="203">
                  <c:v>0.1391792852742971</c:v>
                </c:pt>
                <c:pt idx="204">
                  <c:v>0.1393438101542475</c:v>
                </c:pt>
                <c:pt idx="205">
                  <c:v>0.1395287860415904</c:v>
                </c:pt>
                <c:pt idx="206">
                  <c:v>0.1397369046362756</c:v>
                </c:pt>
                <c:pt idx="207">
                  <c:v>0.1399773286210691</c:v>
                </c:pt>
                <c:pt idx="208">
                  <c:v>0.1402647938010441</c:v>
                </c:pt>
                <c:pt idx="209">
                  <c:v>0.1406152834544001</c:v>
                </c:pt>
                <c:pt idx="210">
                  <c:v>0.1410315629968576</c:v>
                </c:pt>
                <c:pt idx="211">
                  <c:v>0.1415033312344725</c:v>
                </c:pt>
                <c:pt idx="212">
                  <c:v>0.1420170454518495</c:v>
                </c:pt>
                <c:pt idx="213">
                  <c:v>0.1425443573750992</c:v>
                </c:pt>
                <c:pt idx="214">
                  <c:v>0.143066446390692</c:v>
                </c:pt>
                <c:pt idx="215">
                  <c:v>0.1435770268992239</c:v>
                </c:pt>
                <c:pt idx="216">
                  <c:v>0.1440808070462879</c:v>
                </c:pt>
                <c:pt idx="217">
                  <c:v>0.1446158259068549</c:v>
                </c:pt>
                <c:pt idx="218">
                  <c:v>0.1452065374841201</c:v>
                </c:pt>
                <c:pt idx="219">
                  <c:v>0.1458778607312722</c:v>
                </c:pt>
                <c:pt idx="220">
                  <c:v>0.1466234581691444</c:v>
                </c:pt>
                <c:pt idx="221">
                  <c:v>0.1474080002581764</c:v>
                </c:pt>
                <c:pt idx="222">
                  <c:v>0.148155224668214</c:v>
                </c:pt>
                <c:pt idx="223">
                  <c:v>0.1487397721841112</c:v>
                </c:pt>
                <c:pt idx="224">
                  <c:v>0.1489874758547828</c:v>
                </c:pt>
                <c:pt idx="225">
                  <c:v>0.1487650374145275</c:v>
                </c:pt>
                <c:pt idx="226">
                  <c:v>0.1480649804006764</c:v>
                </c:pt>
                <c:pt idx="227">
                  <c:v>0.1469937954052943</c:v>
                </c:pt>
                <c:pt idx="228">
                  <c:v>0.1456294028897584</c:v>
                </c:pt>
                <c:pt idx="229">
                  <c:v>0.1440509502477814</c:v>
                </c:pt>
                <c:pt idx="230">
                  <c:v>0.1424323831273762</c:v>
                </c:pt>
                <c:pt idx="231">
                  <c:v>0.1409965756281987</c:v>
                </c:pt>
                <c:pt idx="232">
                  <c:v>0.1400004040843632</c:v>
                </c:pt>
                <c:pt idx="233">
                  <c:v>0.1395080534466679</c:v>
                </c:pt>
                <c:pt idx="234">
                  <c:v>0.1393110574426344</c:v>
                </c:pt>
                <c:pt idx="235">
                  <c:v>0.1392337285969961</c:v>
                </c:pt>
                <c:pt idx="236">
                  <c:v>0.1392466562146049</c:v>
                </c:pt>
                <c:pt idx="237">
                  <c:v>0.139344716138547</c:v>
                </c:pt>
                <c:pt idx="238">
                  <c:v>0.1395535903804309</c:v>
                </c:pt>
                <c:pt idx="239">
                  <c:v>0.1398902357010001</c:v>
                </c:pt>
                <c:pt idx="240">
                  <c:v>0.1403449734095113</c:v>
                </c:pt>
                <c:pt idx="241">
                  <c:v>0.140927625826851</c:v>
                </c:pt>
                <c:pt idx="242">
                  <c:v>0.1416689993654056</c:v>
                </c:pt>
                <c:pt idx="243">
                  <c:v>0.1425299907091532</c:v>
                </c:pt>
                <c:pt idx="244">
                  <c:v>0.143448305528079</c:v>
                </c:pt>
                <c:pt idx="245">
                  <c:v>0.1444119324511982</c:v>
                </c:pt>
                <c:pt idx="246">
                  <c:v>0.1455111136058429</c:v>
                </c:pt>
                <c:pt idx="247">
                  <c:v>0.1467938101733549</c:v>
                </c:pt>
                <c:pt idx="248">
                  <c:v>0.1477734721520054</c:v>
                </c:pt>
                <c:pt idx="249">
                  <c:v>0.1482380759980634</c:v>
                </c:pt>
                <c:pt idx="250">
                  <c:v>0.1482509905423357</c:v>
                </c:pt>
                <c:pt idx="251">
                  <c:v>0.148594581516397</c:v>
                </c:pt>
                <c:pt idx="252">
                  <c:v>0.1490491305532184</c:v>
                </c:pt>
                <c:pt idx="253">
                  <c:v>0.1486715259999192</c:v>
                </c:pt>
                <c:pt idx="254">
                  <c:v>0.1472468281398086</c:v>
                </c:pt>
                <c:pt idx="255">
                  <c:v>0.1458652709464436</c:v>
                </c:pt>
                <c:pt idx="256">
                  <c:v>0.1447116121960164</c:v>
                </c:pt>
                <c:pt idx="257">
                  <c:v>0.1434792630946241</c:v>
                </c:pt>
                <c:pt idx="258">
                  <c:v>0.1422125717703531</c:v>
                </c:pt>
                <c:pt idx="259">
                  <c:v>0.1411100915920678</c:v>
                </c:pt>
                <c:pt idx="260">
                  <c:v>0.1402791344903477</c:v>
                </c:pt>
                <c:pt idx="261">
                  <c:v>0.1396938026736082</c:v>
                </c:pt>
                <c:pt idx="262">
                  <c:v>0.1393788587466729</c:v>
                </c:pt>
                <c:pt idx="263">
                  <c:v>0.1392512988998981</c:v>
                </c:pt>
                <c:pt idx="264">
                  <c:v>0.1392201029545227</c:v>
                </c:pt>
                <c:pt idx="265">
                  <c:v>0.1391958339714089</c:v>
                </c:pt>
                <c:pt idx="266">
                  <c:v>0.1391628673299631</c:v>
                </c:pt>
                <c:pt idx="267">
                  <c:v>0.1391315629822608</c:v>
                </c:pt>
                <c:pt idx="268">
                  <c:v>0.139107978188218</c:v>
                </c:pt>
                <c:pt idx="269">
                  <c:v>0.1390870868669287</c:v>
                </c:pt>
                <c:pt idx="270">
                  <c:v>0.1390755614489335</c:v>
                </c:pt>
                <c:pt idx="271">
                  <c:v>0.1390791577469747</c:v>
                </c:pt>
                <c:pt idx="272">
                  <c:v>0.1391016711153182</c:v>
                </c:pt>
                <c:pt idx="273">
                  <c:v>0.1391426846366529</c:v>
                </c:pt>
                <c:pt idx="274">
                  <c:v>0.1392035413798333</c:v>
                </c:pt>
                <c:pt idx="275">
                  <c:v>0.1392862625143111</c:v>
                </c:pt>
                <c:pt idx="276">
                  <c:v>0.1393982036095723</c:v>
                </c:pt>
                <c:pt idx="277">
                  <c:v>0.1395460963171862</c:v>
                </c:pt>
                <c:pt idx="278">
                  <c:v>0.1397440793244292</c:v>
                </c:pt>
                <c:pt idx="279">
                  <c:v>0.1400113437371438</c:v>
                </c:pt>
                <c:pt idx="280">
                  <c:v>0.1403611721657695</c:v>
                </c:pt>
                <c:pt idx="281">
                  <c:v>0.140793879586835</c:v>
                </c:pt>
                <c:pt idx="282">
                  <c:v>0.1412940619475573</c:v>
                </c:pt>
                <c:pt idx="283">
                  <c:v>0.1418540321284954</c:v>
                </c:pt>
                <c:pt idx="284">
                  <c:v>0.14245480747338</c:v>
                </c:pt>
                <c:pt idx="285">
                  <c:v>0.1430782888043421</c:v>
                </c:pt>
                <c:pt idx="286">
                  <c:v>0.1437012560300213</c:v>
                </c:pt>
                <c:pt idx="287">
                  <c:v>0.1443136894143654</c:v>
                </c:pt>
                <c:pt idx="288">
                  <c:v>0.144949686488661</c:v>
                </c:pt>
                <c:pt idx="289">
                  <c:v>0.1456239632262059</c:v>
                </c:pt>
                <c:pt idx="290">
                  <c:v>0.1463214669985295</c:v>
                </c:pt>
                <c:pt idx="291">
                  <c:v>0.1470053187606693</c:v>
                </c:pt>
                <c:pt idx="292">
                  <c:v>0.1476668192267191</c:v>
                </c:pt>
                <c:pt idx="293">
                  <c:v>0.1483127801910436</c:v>
                </c:pt>
                <c:pt idx="294">
                  <c:v>0.1488024046864133</c:v>
                </c:pt>
                <c:pt idx="295">
                  <c:v>0.148897634335509</c:v>
                </c:pt>
                <c:pt idx="296">
                  <c:v>0.148495087626005</c:v>
                </c:pt>
                <c:pt idx="297">
                  <c:v>0.1477735635571994</c:v>
                </c:pt>
                <c:pt idx="298">
                  <c:v>0.1468940555669442</c:v>
                </c:pt>
                <c:pt idx="299">
                  <c:v>0.1457033463673073</c:v>
                </c:pt>
                <c:pt idx="300">
                  <c:v>0.1441911583111681</c:v>
                </c:pt>
                <c:pt idx="301">
                  <c:v>0.1425616823649897</c:v>
                </c:pt>
                <c:pt idx="302">
                  <c:v>0.1410324624318548</c:v>
                </c:pt>
                <c:pt idx="303">
                  <c:v>0.1398921441681156</c:v>
                </c:pt>
                <c:pt idx="304">
                  <c:v>0.1392605320953843</c:v>
                </c:pt>
                <c:pt idx="305">
                  <c:v>0.1389653341202677</c:v>
                </c:pt>
                <c:pt idx="306">
                  <c:v>0.1387933478994999</c:v>
                </c:pt>
                <c:pt idx="307">
                  <c:v>0.1387033061429077</c:v>
                </c:pt>
                <c:pt idx="308">
                  <c:v>0.1386755341298263</c:v>
                </c:pt>
                <c:pt idx="309">
                  <c:v>0.1387217954011507</c:v>
                </c:pt>
                <c:pt idx="310">
                  <c:v>0.1388803220004718</c:v>
                </c:pt>
                <c:pt idx="311">
                  <c:v>0.1391660284946929</c:v>
                </c:pt>
                <c:pt idx="312">
                  <c:v>0.1395782639166762</c:v>
                </c:pt>
                <c:pt idx="313">
                  <c:v>0.1401216345354571</c:v>
                </c:pt>
                <c:pt idx="314">
                  <c:v>0.1407679557256969</c:v>
                </c:pt>
                <c:pt idx="315">
                  <c:v>0.141512309902962</c:v>
                </c:pt>
                <c:pt idx="316">
                  <c:v>0.1423807156496658</c:v>
                </c:pt>
                <c:pt idx="317">
                  <c:v>0.1433978208645543</c:v>
                </c:pt>
                <c:pt idx="318">
                  <c:v>0.1445221343584372</c:v>
                </c:pt>
                <c:pt idx="319">
                  <c:v>0.1456433260583802</c:v>
                </c:pt>
                <c:pt idx="320">
                  <c:v>0.1467116268426315</c:v>
                </c:pt>
                <c:pt idx="321">
                  <c:v>0.1477791273395418</c:v>
                </c:pt>
                <c:pt idx="322">
                  <c:v>0.1488985984105729</c:v>
                </c:pt>
                <c:pt idx="323">
                  <c:v>0.1496795895401005</c:v>
                </c:pt>
                <c:pt idx="324">
                  <c:v>0.1497454228383621</c:v>
                </c:pt>
                <c:pt idx="325">
                  <c:v>0.1490835717132601</c:v>
                </c:pt>
                <c:pt idx="326">
                  <c:v>0.148471770973622</c:v>
                </c:pt>
                <c:pt idx="327">
                  <c:v>0.148131784018562</c:v>
                </c:pt>
                <c:pt idx="328">
                  <c:v>0.1474709393276541</c:v>
                </c:pt>
                <c:pt idx="329">
                  <c:v>0.146191267958432</c:v>
                </c:pt>
                <c:pt idx="330">
                  <c:v>0.1447508737775948</c:v>
                </c:pt>
                <c:pt idx="331">
                  <c:v>0.143288917780065</c:v>
                </c:pt>
                <c:pt idx="332">
                  <c:v>0.1418252069844915</c:v>
                </c:pt>
                <c:pt idx="333">
                  <c:v>0.1406277840541831</c:v>
                </c:pt>
                <c:pt idx="334">
                  <c:v>0.1398570007743182</c:v>
                </c:pt>
                <c:pt idx="335">
                  <c:v>0.1394693847764784</c:v>
                </c:pt>
                <c:pt idx="336">
                  <c:v>0.1392891337428317</c:v>
                </c:pt>
                <c:pt idx="337">
                  <c:v>0.1391974605516272</c:v>
                </c:pt>
                <c:pt idx="338">
                  <c:v>0.1390802496296079</c:v>
                </c:pt>
                <c:pt idx="339">
                  <c:v>0.1389260719019523</c:v>
                </c:pt>
                <c:pt idx="340">
                  <c:v>0.1387785649491308</c:v>
                </c:pt>
                <c:pt idx="341">
                  <c:v>0.1386632228996376</c:v>
                </c:pt>
                <c:pt idx="342">
                  <c:v>0.1385917968129928</c:v>
                </c:pt>
                <c:pt idx="343">
                  <c:v>0.1385832705536708</c:v>
                </c:pt>
                <c:pt idx="344">
                  <c:v>0.1386445941171067</c:v>
                </c:pt>
                <c:pt idx="345">
                  <c:v>0.1387730878717703</c:v>
                </c:pt>
                <c:pt idx="346">
                  <c:v>0.1389502268536472</c:v>
                </c:pt>
                <c:pt idx="347">
                  <c:v>0.1391588137574606</c:v>
                </c:pt>
                <c:pt idx="348">
                  <c:v>0.1393880953780415</c:v>
                </c:pt>
                <c:pt idx="349">
                  <c:v>0.13964113634371</c:v>
                </c:pt>
                <c:pt idx="350">
                  <c:v>0.1399215946303548</c:v>
                </c:pt>
                <c:pt idx="351">
                  <c:v>0.1402395814021554</c:v>
                </c:pt>
                <c:pt idx="352">
                  <c:v>0.1406063288649858</c:v>
                </c:pt>
                <c:pt idx="353">
                  <c:v>0.1410297132990969</c:v>
                </c:pt>
                <c:pt idx="354">
                  <c:v>0.1415099695389858</c:v>
                </c:pt>
                <c:pt idx="355">
                  <c:v>0.1420477760682415</c:v>
                </c:pt>
                <c:pt idx="356">
                  <c:v>0.1426250673084663</c:v>
                </c:pt>
                <c:pt idx="357">
                  <c:v>0.1432259041648175</c:v>
                </c:pt>
                <c:pt idx="358">
                  <c:v>0.1438316987164479</c:v>
                </c:pt>
                <c:pt idx="359">
                  <c:v>0.1444298956535361</c:v>
                </c:pt>
                <c:pt idx="360">
                  <c:v>0.1450388603068493</c:v>
                </c:pt>
                <c:pt idx="361">
                  <c:v>0.1456652251731981</c:v>
                </c:pt>
                <c:pt idx="362">
                  <c:v>0.1463060238512701</c:v>
                </c:pt>
                <c:pt idx="363">
                  <c:v>0.1469480572175876</c:v>
                </c:pt>
                <c:pt idx="364">
                  <c:v>0.147570160937117</c:v>
                </c:pt>
                <c:pt idx="365">
                  <c:v>0.1481335963854959</c:v>
                </c:pt>
                <c:pt idx="366">
                  <c:v>0.148541174145343</c:v>
                </c:pt>
                <c:pt idx="367">
                  <c:v>0.1486208375839529</c:v>
                </c:pt>
                <c:pt idx="368">
                  <c:v>0.1482589291117876</c:v>
                </c:pt>
                <c:pt idx="369">
                  <c:v>0.1475028101932271</c:v>
                </c:pt>
                <c:pt idx="370">
                  <c:v>0.1464540505209064</c:v>
                </c:pt>
                <c:pt idx="371">
                  <c:v>0.1451409057799949</c:v>
                </c:pt>
                <c:pt idx="372">
                  <c:v>0.1436120070167394</c:v>
                </c:pt>
                <c:pt idx="373">
                  <c:v>0.1420367683387663</c:v>
                </c:pt>
                <c:pt idx="374">
                  <c:v>0.1406410539555945</c:v>
                </c:pt>
                <c:pt idx="375">
                  <c:v>0.1396625979878175</c:v>
                </c:pt>
                <c:pt idx="376">
                  <c:v>0.1391654299282249</c:v>
                </c:pt>
                <c:pt idx="377">
                  <c:v>0.1389503760579686</c:v>
                </c:pt>
                <c:pt idx="378">
                  <c:v>0.1388393530874924</c:v>
                </c:pt>
                <c:pt idx="379">
                  <c:v>0.138803095169744</c:v>
                </c:pt>
                <c:pt idx="380">
                  <c:v>0.1388263595549909</c:v>
                </c:pt>
                <c:pt idx="381">
                  <c:v>0.1389371120182035</c:v>
                </c:pt>
                <c:pt idx="382">
                  <c:v>0.1391568834089919</c:v>
                </c:pt>
                <c:pt idx="383">
                  <c:v>0.1394936080688409</c:v>
                </c:pt>
                <c:pt idx="384">
                  <c:v>0.1399554696287739</c:v>
                </c:pt>
                <c:pt idx="385">
                  <c:v>0.1405437360577243</c:v>
                </c:pt>
                <c:pt idx="386">
                  <c:v>0.1412321596768231</c:v>
                </c:pt>
                <c:pt idx="387">
                  <c:v>0.1420137343999911</c:v>
                </c:pt>
                <c:pt idx="388">
                  <c:v>0.1429106513886441</c:v>
                </c:pt>
                <c:pt idx="389">
                  <c:v>0.1439670213610211</c:v>
                </c:pt>
                <c:pt idx="390">
                  <c:v>0.1451379935941398</c:v>
                </c:pt>
                <c:pt idx="391">
                  <c:v>0.1462301078416734</c:v>
                </c:pt>
                <c:pt idx="392">
                  <c:v>0.1471639890001125</c:v>
                </c:pt>
                <c:pt idx="393">
                  <c:v>0.148034816808407</c:v>
                </c:pt>
                <c:pt idx="394">
                  <c:v>0.1490785689725503</c:v>
                </c:pt>
                <c:pt idx="395">
                  <c:v>0.1497513495758653</c:v>
                </c:pt>
                <c:pt idx="396">
                  <c:v>0.1494551028001395</c:v>
                </c:pt>
                <c:pt idx="397">
                  <c:v>0.1480832864439351</c:v>
                </c:pt>
                <c:pt idx="398">
                  <c:v>0.1468682574019484</c:v>
                </c:pt>
                <c:pt idx="399">
                  <c:v>0.1460293928424102</c:v>
                </c:pt>
                <c:pt idx="400">
                  <c:v>0.1450852555262782</c:v>
                </c:pt>
                <c:pt idx="401">
                  <c:v>0.1438685575804077</c:v>
                </c:pt>
                <c:pt idx="402">
                  <c:v>0.1426835372799272</c:v>
                </c:pt>
                <c:pt idx="403">
                  <c:v>0.1416451003235952</c:v>
                </c:pt>
                <c:pt idx="404">
                  <c:v>0.1407291140649945</c:v>
                </c:pt>
                <c:pt idx="405">
                  <c:v>0.1400803452512137</c:v>
                </c:pt>
                <c:pt idx="406">
                  <c:v>0.1397332643754783</c:v>
                </c:pt>
                <c:pt idx="407">
                  <c:v>0.1396181642642321</c:v>
                </c:pt>
                <c:pt idx="408">
                  <c:v>0.1396056466584389</c:v>
                </c:pt>
                <c:pt idx="409">
                  <c:v>0.1395985483604951</c:v>
                </c:pt>
                <c:pt idx="410">
                  <c:v>0.1395547741928864</c:v>
                </c:pt>
                <c:pt idx="411">
                  <c:v>0.1395084398863947</c:v>
                </c:pt>
                <c:pt idx="412">
                  <c:v>0.1394678532116491</c:v>
                </c:pt>
                <c:pt idx="413">
                  <c:v>0.1394390446550683</c:v>
                </c:pt>
                <c:pt idx="414">
                  <c:v>0.1394204283800242</c:v>
                </c:pt>
                <c:pt idx="415">
                  <c:v>0.1394190895835944</c:v>
                </c:pt>
                <c:pt idx="416">
                  <c:v>0.139436138967401</c:v>
                </c:pt>
                <c:pt idx="417">
                  <c:v>0.1394687798978803</c:v>
                </c:pt>
                <c:pt idx="418">
                  <c:v>0.1395112572718898</c:v>
                </c:pt>
                <c:pt idx="419">
                  <c:v>0.1395644291667477</c:v>
                </c:pt>
                <c:pt idx="420">
                  <c:v>0.139633600457935</c:v>
                </c:pt>
                <c:pt idx="421">
                  <c:v>0.1397355306791733</c:v>
                </c:pt>
                <c:pt idx="422">
                  <c:v>0.1398910610822908</c:v>
                </c:pt>
                <c:pt idx="423">
                  <c:v>0.1401217502619843</c:v>
                </c:pt>
                <c:pt idx="424">
                  <c:v>0.1404425732748778</c:v>
                </c:pt>
                <c:pt idx="425">
                  <c:v>0.1408621735942111</c:v>
                </c:pt>
                <c:pt idx="426">
                  <c:v>0.1413764309546078</c:v>
                </c:pt>
                <c:pt idx="427">
                  <c:v>0.1419776947758519</c:v>
                </c:pt>
                <c:pt idx="428">
                  <c:v>0.1426390864102176</c:v>
                </c:pt>
                <c:pt idx="429">
                  <c:v>0.1433362122716606</c:v>
                </c:pt>
                <c:pt idx="430">
                  <c:v>0.1440413586361621</c:v>
                </c:pt>
                <c:pt idx="431">
                  <c:v>0.1447711265711742</c:v>
                </c:pt>
                <c:pt idx="432">
                  <c:v>0.1455361039228084</c:v>
                </c:pt>
                <c:pt idx="433">
                  <c:v>0.1463260827641665</c:v>
                </c:pt>
                <c:pt idx="434">
                  <c:v>0.1470985133336844</c:v>
                </c:pt>
                <c:pt idx="435">
                  <c:v>0.1478228654974552</c:v>
                </c:pt>
                <c:pt idx="436">
                  <c:v>0.1484887127777707</c:v>
                </c:pt>
                <c:pt idx="437">
                  <c:v>0.1490079224724538</c:v>
                </c:pt>
                <c:pt idx="438">
                  <c:v>0.1491929356539961</c:v>
                </c:pt>
                <c:pt idx="439">
                  <c:v>0.1489027118511968</c:v>
                </c:pt>
                <c:pt idx="440">
                  <c:v>0.1482127001274594</c:v>
                </c:pt>
                <c:pt idx="441">
                  <c:v>0.1473175414610891</c:v>
                </c:pt>
                <c:pt idx="442">
                  <c:v>0.1461974511444077</c:v>
                </c:pt>
                <c:pt idx="443">
                  <c:v>0.1447740502266047</c:v>
                </c:pt>
                <c:pt idx="444">
                  <c:v>0.1431628392204504</c:v>
                </c:pt>
                <c:pt idx="445">
                  <c:v>0.141520768948629</c:v>
                </c:pt>
                <c:pt idx="446">
                  <c:v>0.1401183255077578</c:v>
                </c:pt>
                <c:pt idx="447">
                  <c:v>0.1392015238440601</c:v>
                </c:pt>
                <c:pt idx="448">
                  <c:v>0.138732547397571</c:v>
                </c:pt>
                <c:pt idx="449">
                  <c:v>0.1384823508932579</c:v>
                </c:pt>
                <c:pt idx="450">
                  <c:v>0.1383195654971109</c:v>
                </c:pt>
                <c:pt idx="451">
                  <c:v>0.1382223791931566</c:v>
                </c:pt>
                <c:pt idx="452">
                  <c:v>0.1381699321347305</c:v>
                </c:pt>
                <c:pt idx="453">
                  <c:v>0.1382055764773358</c:v>
                </c:pt>
                <c:pt idx="454">
                  <c:v>0.1383331138707951</c:v>
                </c:pt>
                <c:pt idx="455">
                  <c:v>0.1385601310175603</c:v>
                </c:pt>
                <c:pt idx="456">
                  <c:v>0.1388939463988419</c:v>
                </c:pt>
                <c:pt idx="457">
                  <c:v>0.1393332441307063</c:v>
                </c:pt>
                <c:pt idx="458">
                  <c:v>0.1398626081526773</c:v>
                </c:pt>
                <c:pt idx="459">
                  <c:v>0.1404819180146772</c:v>
                </c:pt>
                <c:pt idx="460">
                  <c:v>0.1411940829058043</c:v>
                </c:pt>
                <c:pt idx="461">
                  <c:v>0.1420301692479918</c:v>
                </c:pt>
                <c:pt idx="462">
                  <c:v>0.1429926851248561</c:v>
                </c:pt>
                <c:pt idx="463">
                  <c:v>0.1440124522055061</c:v>
                </c:pt>
                <c:pt idx="464">
                  <c:v>0.1450360212489167</c:v>
                </c:pt>
                <c:pt idx="465">
                  <c:v>0.1460955485428556</c:v>
                </c:pt>
                <c:pt idx="466">
                  <c:v>0.1472771598149632</c:v>
                </c:pt>
                <c:pt idx="467">
                  <c:v>0.1482917268284652</c:v>
                </c:pt>
                <c:pt idx="468">
                  <c:v>0.1487411511367445</c:v>
                </c:pt>
                <c:pt idx="469">
                  <c:v>0.1485676895100765</c:v>
                </c:pt>
                <c:pt idx="470">
                  <c:v>0.1484325385370612</c:v>
                </c:pt>
                <c:pt idx="471">
                  <c:v>0.1486103937939534</c:v>
                </c:pt>
                <c:pt idx="472">
                  <c:v>0.1482178924174625</c:v>
                </c:pt>
                <c:pt idx="473">
                  <c:v>0.1469053542701438</c:v>
                </c:pt>
                <c:pt idx="474">
                  <c:v>0.1453051700548706</c:v>
                </c:pt>
                <c:pt idx="475">
                  <c:v>0.1439188331927599</c:v>
                </c:pt>
                <c:pt idx="476">
                  <c:v>0.1427675202558409</c:v>
                </c:pt>
                <c:pt idx="477">
                  <c:v>0.1416445816249714</c:v>
                </c:pt>
                <c:pt idx="478">
                  <c:v>0.140760169720068</c:v>
                </c:pt>
                <c:pt idx="479">
                  <c:v>0.1401732494830778</c:v>
                </c:pt>
                <c:pt idx="480">
                  <c:v>0.1398435090208775</c:v>
                </c:pt>
                <c:pt idx="481">
                  <c:v>0.1397153450958593</c:v>
                </c:pt>
                <c:pt idx="482">
                  <c:v>0.1397063533174944</c:v>
                </c:pt>
                <c:pt idx="483">
                  <c:v>0.1397297985492983</c:v>
                </c:pt>
                <c:pt idx="484">
                  <c:v>0.1397298101043792</c:v>
                </c:pt>
                <c:pt idx="485">
                  <c:v>0.1397063563825994</c:v>
                </c:pt>
                <c:pt idx="486">
                  <c:v>0.139671306873943</c:v>
                </c:pt>
                <c:pt idx="487">
                  <c:v>0.1396365986213776</c:v>
                </c:pt>
                <c:pt idx="488">
                  <c:v>0.1396102728914488</c:v>
                </c:pt>
                <c:pt idx="489">
                  <c:v>0.1395982929446623</c:v>
                </c:pt>
                <c:pt idx="490">
                  <c:v>0.1396056767109819</c:v>
                </c:pt>
                <c:pt idx="491">
                  <c:v>0.1396379106995921</c:v>
                </c:pt>
                <c:pt idx="492">
                  <c:v>0.1396983221635442</c:v>
                </c:pt>
                <c:pt idx="493">
                  <c:v>0.1398011509511065</c:v>
                </c:pt>
                <c:pt idx="494">
                  <c:v>0.1399621705586709</c:v>
                </c:pt>
                <c:pt idx="495">
                  <c:v>0.1402026638393787</c:v>
                </c:pt>
                <c:pt idx="496">
                  <c:v>0.1405400877997023</c:v>
                </c:pt>
                <c:pt idx="497">
                  <c:v>0.1409820208956953</c:v>
                </c:pt>
                <c:pt idx="498">
                  <c:v>0.1415296623617524</c:v>
                </c:pt>
                <c:pt idx="499">
                  <c:v>0.1421665230075205</c:v>
                </c:pt>
                <c:pt idx="500">
                  <c:v>0.1428681346478093</c:v>
                </c:pt>
                <c:pt idx="501">
                  <c:v>0.1436141834664755</c:v>
                </c:pt>
                <c:pt idx="502">
                  <c:v>0.1443915205689998</c:v>
                </c:pt>
                <c:pt idx="503">
                  <c:v>0.1452019214206638</c:v>
                </c:pt>
                <c:pt idx="504">
                  <c:v>0.1460281031160234</c:v>
                </c:pt>
                <c:pt idx="505">
                  <c:v>0.1468454303590036</c:v>
                </c:pt>
                <c:pt idx="506">
                  <c:v>0.1476486452748827</c:v>
                </c:pt>
                <c:pt idx="507">
                  <c:v>0.1484138374815303</c:v>
                </c:pt>
                <c:pt idx="508">
                  <c:v>0.1490443619142027</c:v>
                </c:pt>
                <c:pt idx="509">
                  <c:v>0.1493944715992056</c:v>
                </c:pt>
                <c:pt idx="510">
                  <c:v>0.1493707433834797</c:v>
                </c:pt>
                <c:pt idx="511">
                  <c:v>0.1489591419675583</c:v>
                </c:pt>
                <c:pt idx="512">
                  <c:v>0.1482024715351412</c:v>
                </c:pt>
                <c:pt idx="513">
                  <c:v>0.1470928482456862</c:v>
                </c:pt>
                <c:pt idx="514">
                  <c:v>0.1456487259972471</c:v>
                </c:pt>
                <c:pt idx="515">
                  <c:v>0.1439959734144342</c:v>
                </c:pt>
                <c:pt idx="516">
                  <c:v>0.1422374241558749</c:v>
                </c:pt>
                <c:pt idx="517">
                  <c:v>0.1406064081365709</c:v>
                </c:pt>
                <c:pt idx="518">
                  <c:v>0.1393989289012484</c:v>
                </c:pt>
                <c:pt idx="519">
                  <c:v>0.1387025758673475</c:v>
                </c:pt>
                <c:pt idx="520">
                  <c:v>0.1383473041788694</c:v>
                </c:pt>
                <c:pt idx="521">
                  <c:v>0.138119004113669</c:v>
                </c:pt>
                <c:pt idx="522">
                  <c:v>0.1379668115879604</c:v>
                </c:pt>
                <c:pt idx="523">
                  <c:v>0.1378702314641113</c:v>
                </c:pt>
                <c:pt idx="524">
                  <c:v>0.1378390589976375</c:v>
                </c:pt>
                <c:pt idx="525">
                  <c:v>0.1379024821354571</c:v>
                </c:pt>
                <c:pt idx="526">
                  <c:v>0.1380565415132657</c:v>
                </c:pt>
                <c:pt idx="527">
                  <c:v>0.138289722595981</c:v>
                </c:pt>
                <c:pt idx="528">
                  <c:v>0.138606026722713</c:v>
                </c:pt>
                <c:pt idx="529">
                  <c:v>0.1390072914793333</c:v>
                </c:pt>
                <c:pt idx="530">
                  <c:v>0.1394884484248753</c:v>
                </c:pt>
                <c:pt idx="531">
                  <c:v>0.1400429772752002</c:v>
                </c:pt>
                <c:pt idx="532">
                  <c:v>0.1406789379324621</c:v>
                </c:pt>
                <c:pt idx="533">
                  <c:v>0.1414071955423199</c:v>
                </c:pt>
                <c:pt idx="534">
                  <c:v>0.1422361991059979</c:v>
                </c:pt>
                <c:pt idx="535">
                  <c:v>0.1431348489062121</c:v>
                </c:pt>
                <c:pt idx="536">
                  <c:v>0.1440794356762774</c:v>
                </c:pt>
                <c:pt idx="537">
                  <c:v>0.1450868899692791</c:v>
                </c:pt>
                <c:pt idx="538">
                  <c:v>0.1461926328374294</c:v>
                </c:pt>
                <c:pt idx="539">
                  <c:v>0.1472297724922611</c:v>
                </c:pt>
                <c:pt idx="540">
                  <c:v>0.1479156778857028</c:v>
                </c:pt>
                <c:pt idx="541">
                  <c:v>0.1482202929692669</c:v>
                </c:pt>
                <c:pt idx="542">
                  <c:v>0.148496722819248</c:v>
                </c:pt>
                <c:pt idx="543">
                  <c:v>0.1489599941937894</c:v>
                </c:pt>
                <c:pt idx="544">
                  <c:v>0.1487343351038599</c:v>
                </c:pt>
                <c:pt idx="545">
                  <c:v>0.1475271059208758</c:v>
                </c:pt>
                <c:pt idx="546">
                  <c:v>0.145863039767881</c:v>
                </c:pt>
                <c:pt idx="547">
                  <c:v>0.1445115014222838</c:v>
                </c:pt>
                <c:pt idx="548">
                  <c:v>0.1435175291342863</c:v>
                </c:pt>
                <c:pt idx="549">
                  <c:v>0.1424725228765478</c:v>
                </c:pt>
                <c:pt idx="550">
                  <c:v>0.1415646388256848</c:v>
                </c:pt>
                <c:pt idx="551">
                  <c:v>0.1408863314412044</c:v>
                </c:pt>
                <c:pt idx="552">
                  <c:v>0.1404348839177985</c:v>
                </c:pt>
                <c:pt idx="553">
                  <c:v>0.1401737229573028</c:v>
                </c:pt>
                <c:pt idx="554">
                  <c:v>0.1400921601887453</c:v>
                </c:pt>
                <c:pt idx="555">
                  <c:v>0.1401191345120161</c:v>
                </c:pt>
                <c:pt idx="556">
                  <c:v>0.1401690502682384</c:v>
                </c:pt>
                <c:pt idx="557">
                  <c:v>0.1401941417712645</c:v>
                </c:pt>
                <c:pt idx="558">
                  <c:v>0.1401940246104828</c:v>
                </c:pt>
                <c:pt idx="559">
                  <c:v>0.1401916156590312</c:v>
                </c:pt>
                <c:pt idx="560">
                  <c:v>0.1402123446826063</c:v>
                </c:pt>
                <c:pt idx="561">
                  <c:v>0.1402472376990165</c:v>
                </c:pt>
                <c:pt idx="562">
                  <c:v>0.1402943874590862</c:v>
                </c:pt>
                <c:pt idx="563">
                  <c:v>0.1403530501467714</c:v>
                </c:pt>
                <c:pt idx="564">
                  <c:v>0.1404404777785073</c:v>
                </c:pt>
                <c:pt idx="565">
                  <c:v>0.1405728063114209</c:v>
                </c:pt>
                <c:pt idx="566">
                  <c:v>0.1407462272200765</c:v>
                </c:pt>
                <c:pt idx="567">
                  <c:v>0.1410012271221089</c:v>
                </c:pt>
                <c:pt idx="568">
                  <c:v>0.1413269394154281</c:v>
                </c:pt>
                <c:pt idx="569">
                  <c:v>0.1417409323754669</c:v>
                </c:pt>
                <c:pt idx="570">
                  <c:v>0.1422477911804676</c:v>
                </c:pt>
                <c:pt idx="571">
                  <c:v>0.142810821468265</c:v>
                </c:pt>
                <c:pt idx="572">
                  <c:v>0.1434246673261201</c:v>
                </c:pt>
                <c:pt idx="573">
                  <c:v>0.1440919891621607</c:v>
                </c:pt>
                <c:pt idx="574">
                  <c:v>0.1448119313651133</c:v>
                </c:pt>
                <c:pt idx="575">
                  <c:v>0.145538789261125</c:v>
                </c:pt>
                <c:pt idx="576">
                  <c:v>0.1462467699419757</c:v>
                </c:pt>
                <c:pt idx="577">
                  <c:v>0.1469838397741201</c:v>
                </c:pt>
                <c:pt idx="578">
                  <c:v>0.1477539932376819</c:v>
                </c:pt>
                <c:pt idx="579">
                  <c:v>0.1484181444027386</c:v>
                </c:pt>
                <c:pt idx="580">
                  <c:v>0.1487948834118721</c:v>
                </c:pt>
                <c:pt idx="581">
                  <c:v>0.1489105283941264</c:v>
                </c:pt>
                <c:pt idx="582">
                  <c:v>0.1488887246604396</c:v>
                </c:pt>
                <c:pt idx="583">
                  <c:v>0.1485067210953546</c:v>
                </c:pt>
                <c:pt idx="584">
                  <c:v>0.1475232112039332</c:v>
                </c:pt>
                <c:pt idx="585">
                  <c:v>0.1460822054636787</c:v>
                </c:pt>
                <c:pt idx="586">
                  <c:v>0.1445381282529752</c:v>
                </c:pt>
                <c:pt idx="587">
                  <c:v>0.1429619638012385</c:v>
                </c:pt>
                <c:pt idx="588">
                  <c:v>0.1414248521617752</c:v>
                </c:pt>
                <c:pt idx="589">
                  <c:v>0.1401902170383581</c:v>
                </c:pt>
                <c:pt idx="590">
                  <c:v>0.1393711179556661</c:v>
                </c:pt>
                <c:pt idx="591">
                  <c:v>0.1388732311200196</c:v>
                </c:pt>
                <c:pt idx="592">
                  <c:v>0.1385084735887187</c:v>
                </c:pt>
                <c:pt idx="593">
                  <c:v>0.1382171788761764</c:v>
                </c:pt>
                <c:pt idx="594">
                  <c:v>0.1379740982069551</c:v>
                </c:pt>
                <c:pt idx="595">
                  <c:v>0.1377631019910011</c:v>
                </c:pt>
                <c:pt idx="596">
                  <c:v>0.137606379070067</c:v>
                </c:pt>
                <c:pt idx="597">
                  <c:v>0.1375339822776624</c:v>
                </c:pt>
                <c:pt idx="598">
                  <c:v>0.1375462069266652</c:v>
                </c:pt>
                <c:pt idx="599">
                  <c:v>0.1376387803044012</c:v>
                </c:pt>
                <c:pt idx="600">
                  <c:v>0.1378019965790734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A8AEB5"/>
                    </a:solidFill>
                    <a:latin typeface="Calibri"/>
                  </a:rPr>
                  <a:t>iteration (cumulative; each angle starts from the previous solution)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150.0"/>
      </c:valAx>
      <c:valAx>
        <c:axId val="-2129643912"/>
        <c:scaling>
          <c:orientation val="minMax"/>
        </c:scaling>
        <c:delete val="0"/>
        <c:axPos val="l"/>
        <c:majorGridlines>
          <c:spPr>
            <a:ln>
              <a:solidFill>
                <a:srgbClr val="3A3E43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A8AEB5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F2F2F2"/>
                </a:solidFill>
                <a:latin typeface="Calibri"/>
              </a:rPr>
              <a:t>Scaled residuals (Fluent)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continuity</c:v>
                </c:pt>
              </c:strCache>
            </c:strRef>
          </c:tx>
          <c:spPr>
            <a:ln w="15875">
              <a:solidFill>
                <a:srgbClr val="F2F2F2"/>
              </a:solidFill>
            </a:ln>
          </c:spPr>
          <c:marker>
            <c:symbol val="none"/>
          </c:marker>
          <c:xVal>
            <c:numRef>
              <c:f>Sheet1!$A$2:$A$307</c:f>
              <c:numCache>
                <c:formatCode>General</c:formatCode>
                <c:ptCount val="306"/>
                <c:pt idx="0">
                  <c:v>1.0</c:v>
                </c:pt>
                <c:pt idx="1">
                  <c:v>4.0</c:v>
                </c:pt>
                <c:pt idx="2">
                  <c:v>7.0</c:v>
                </c:pt>
                <c:pt idx="3">
                  <c:v>10.0</c:v>
                </c:pt>
                <c:pt idx="4">
                  <c:v>13.0</c:v>
                </c:pt>
                <c:pt idx="5">
                  <c:v>16.0</c:v>
                </c:pt>
                <c:pt idx="6">
                  <c:v>19.0</c:v>
                </c:pt>
                <c:pt idx="7">
                  <c:v>22.0</c:v>
                </c:pt>
                <c:pt idx="8">
                  <c:v>25.0</c:v>
                </c:pt>
                <c:pt idx="9">
                  <c:v>28.0</c:v>
                </c:pt>
                <c:pt idx="10">
                  <c:v>31.0</c:v>
                </c:pt>
                <c:pt idx="11">
                  <c:v>34.0</c:v>
                </c:pt>
                <c:pt idx="12">
                  <c:v>37.0</c:v>
                </c:pt>
                <c:pt idx="13">
                  <c:v>40.0</c:v>
                </c:pt>
                <c:pt idx="14">
                  <c:v>43.0</c:v>
                </c:pt>
                <c:pt idx="15">
                  <c:v>46.0</c:v>
                </c:pt>
                <c:pt idx="16">
                  <c:v>49.0</c:v>
                </c:pt>
                <c:pt idx="17">
                  <c:v>51.0</c:v>
                </c:pt>
                <c:pt idx="18">
                  <c:v>54.0</c:v>
                </c:pt>
                <c:pt idx="19">
                  <c:v>57.0</c:v>
                </c:pt>
                <c:pt idx="20">
                  <c:v>60.0</c:v>
                </c:pt>
                <c:pt idx="21">
                  <c:v>63.0</c:v>
                </c:pt>
                <c:pt idx="22">
                  <c:v>66.0</c:v>
                </c:pt>
                <c:pt idx="23">
                  <c:v>69.0</c:v>
                </c:pt>
                <c:pt idx="24">
                  <c:v>72.0</c:v>
                </c:pt>
                <c:pt idx="25">
                  <c:v>75.0</c:v>
                </c:pt>
                <c:pt idx="26">
                  <c:v>78.0</c:v>
                </c:pt>
                <c:pt idx="27">
                  <c:v>81.0</c:v>
                </c:pt>
                <c:pt idx="28">
                  <c:v>84.0</c:v>
                </c:pt>
                <c:pt idx="29">
                  <c:v>87.0</c:v>
                </c:pt>
                <c:pt idx="30">
                  <c:v>90.0</c:v>
                </c:pt>
                <c:pt idx="31">
                  <c:v>93.0</c:v>
                </c:pt>
                <c:pt idx="32">
                  <c:v>96.0</c:v>
                </c:pt>
                <c:pt idx="33">
                  <c:v>99.0</c:v>
                </c:pt>
                <c:pt idx="34">
                  <c:v>101.0</c:v>
                </c:pt>
                <c:pt idx="35">
                  <c:v>104.0</c:v>
                </c:pt>
                <c:pt idx="36">
                  <c:v>107.0</c:v>
                </c:pt>
                <c:pt idx="37">
                  <c:v>110.0</c:v>
                </c:pt>
                <c:pt idx="38">
                  <c:v>113.0</c:v>
                </c:pt>
                <c:pt idx="39">
                  <c:v>116.0</c:v>
                </c:pt>
                <c:pt idx="40">
                  <c:v>119.0</c:v>
                </c:pt>
                <c:pt idx="41">
                  <c:v>122.0</c:v>
                </c:pt>
                <c:pt idx="42">
                  <c:v>125.0</c:v>
                </c:pt>
                <c:pt idx="43">
                  <c:v>128.0</c:v>
                </c:pt>
                <c:pt idx="44">
                  <c:v>131.0</c:v>
                </c:pt>
                <c:pt idx="45">
                  <c:v>134.0</c:v>
                </c:pt>
                <c:pt idx="46">
                  <c:v>137.0</c:v>
                </c:pt>
                <c:pt idx="47">
                  <c:v>140.0</c:v>
                </c:pt>
                <c:pt idx="48">
                  <c:v>143.0</c:v>
                </c:pt>
                <c:pt idx="49">
                  <c:v>146.0</c:v>
                </c:pt>
                <c:pt idx="50">
                  <c:v>149.0</c:v>
                </c:pt>
                <c:pt idx="51">
                  <c:v>151.0</c:v>
                </c:pt>
                <c:pt idx="52">
                  <c:v>154.0</c:v>
                </c:pt>
                <c:pt idx="53">
                  <c:v>157.0</c:v>
                </c:pt>
                <c:pt idx="54">
                  <c:v>160.0</c:v>
                </c:pt>
                <c:pt idx="55">
                  <c:v>163.0</c:v>
                </c:pt>
                <c:pt idx="56">
                  <c:v>166.0</c:v>
                </c:pt>
                <c:pt idx="57">
                  <c:v>169.0</c:v>
                </c:pt>
                <c:pt idx="58">
                  <c:v>172.0</c:v>
                </c:pt>
                <c:pt idx="59">
                  <c:v>175.0</c:v>
                </c:pt>
                <c:pt idx="60">
                  <c:v>178.0</c:v>
                </c:pt>
                <c:pt idx="61">
                  <c:v>181.0</c:v>
                </c:pt>
                <c:pt idx="62">
                  <c:v>184.0</c:v>
                </c:pt>
                <c:pt idx="63">
                  <c:v>187.0</c:v>
                </c:pt>
                <c:pt idx="64">
                  <c:v>190.0</c:v>
                </c:pt>
                <c:pt idx="65">
                  <c:v>193.0</c:v>
                </c:pt>
                <c:pt idx="66">
                  <c:v>196.0</c:v>
                </c:pt>
                <c:pt idx="67">
                  <c:v>199.0</c:v>
                </c:pt>
                <c:pt idx="68">
                  <c:v>201.0</c:v>
                </c:pt>
                <c:pt idx="69">
                  <c:v>204.0</c:v>
                </c:pt>
                <c:pt idx="70">
                  <c:v>207.0</c:v>
                </c:pt>
                <c:pt idx="71">
                  <c:v>210.0</c:v>
                </c:pt>
                <c:pt idx="72">
                  <c:v>213.0</c:v>
                </c:pt>
                <c:pt idx="73">
                  <c:v>216.0</c:v>
                </c:pt>
                <c:pt idx="74">
                  <c:v>219.0</c:v>
                </c:pt>
                <c:pt idx="75">
                  <c:v>222.0</c:v>
                </c:pt>
                <c:pt idx="76">
                  <c:v>225.0</c:v>
                </c:pt>
                <c:pt idx="77">
                  <c:v>228.0</c:v>
                </c:pt>
                <c:pt idx="78">
                  <c:v>231.0</c:v>
                </c:pt>
                <c:pt idx="79">
                  <c:v>234.0</c:v>
                </c:pt>
                <c:pt idx="80">
                  <c:v>237.0</c:v>
                </c:pt>
                <c:pt idx="81">
                  <c:v>240.0</c:v>
                </c:pt>
                <c:pt idx="82">
                  <c:v>243.0</c:v>
                </c:pt>
                <c:pt idx="83">
                  <c:v>246.0</c:v>
                </c:pt>
                <c:pt idx="84">
                  <c:v>249.0</c:v>
                </c:pt>
                <c:pt idx="85">
                  <c:v>251.0</c:v>
                </c:pt>
                <c:pt idx="86">
                  <c:v>254.0</c:v>
                </c:pt>
                <c:pt idx="87">
                  <c:v>257.0</c:v>
                </c:pt>
                <c:pt idx="88">
                  <c:v>260.0</c:v>
                </c:pt>
                <c:pt idx="89">
                  <c:v>263.0</c:v>
                </c:pt>
                <c:pt idx="90">
                  <c:v>266.0</c:v>
                </c:pt>
                <c:pt idx="91">
                  <c:v>269.0</c:v>
                </c:pt>
                <c:pt idx="92">
                  <c:v>272.0</c:v>
                </c:pt>
                <c:pt idx="93">
                  <c:v>275.0</c:v>
                </c:pt>
                <c:pt idx="94">
                  <c:v>278.0</c:v>
                </c:pt>
                <c:pt idx="95">
                  <c:v>281.0</c:v>
                </c:pt>
                <c:pt idx="96">
                  <c:v>284.0</c:v>
                </c:pt>
                <c:pt idx="97">
                  <c:v>287.0</c:v>
                </c:pt>
                <c:pt idx="98">
                  <c:v>290.0</c:v>
                </c:pt>
                <c:pt idx="99">
                  <c:v>293.0</c:v>
                </c:pt>
                <c:pt idx="100">
                  <c:v>296.0</c:v>
                </c:pt>
                <c:pt idx="101">
                  <c:v>299.0</c:v>
                </c:pt>
                <c:pt idx="102">
                  <c:v>301.0</c:v>
                </c:pt>
                <c:pt idx="103">
                  <c:v>304.0</c:v>
                </c:pt>
                <c:pt idx="104">
                  <c:v>307.0</c:v>
                </c:pt>
                <c:pt idx="105">
                  <c:v>310.0</c:v>
                </c:pt>
                <c:pt idx="106">
                  <c:v>313.0</c:v>
                </c:pt>
                <c:pt idx="107">
                  <c:v>316.0</c:v>
                </c:pt>
                <c:pt idx="108">
                  <c:v>319.0</c:v>
                </c:pt>
                <c:pt idx="109">
                  <c:v>322.0</c:v>
                </c:pt>
                <c:pt idx="110">
                  <c:v>325.0</c:v>
                </c:pt>
                <c:pt idx="111">
                  <c:v>328.0</c:v>
                </c:pt>
                <c:pt idx="112">
                  <c:v>331.0</c:v>
                </c:pt>
                <c:pt idx="113">
                  <c:v>334.0</c:v>
                </c:pt>
                <c:pt idx="114">
                  <c:v>337.0</c:v>
                </c:pt>
                <c:pt idx="115">
                  <c:v>340.0</c:v>
                </c:pt>
                <c:pt idx="116">
                  <c:v>343.0</c:v>
                </c:pt>
                <c:pt idx="117">
                  <c:v>346.0</c:v>
                </c:pt>
                <c:pt idx="118">
                  <c:v>349.0</c:v>
                </c:pt>
                <c:pt idx="119">
                  <c:v>351.0</c:v>
                </c:pt>
                <c:pt idx="120">
                  <c:v>354.0</c:v>
                </c:pt>
                <c:pt idx="121">
                  <c:v>357.0</c:v>
                </c:pt>
                <c:pt idx="122">
                  <c:v>360.0</c:v>
                </c:pt>
                <c:pt idx="123">
                  <c:v>363.0</c:v>
                </c:pt>
                <c:pt idx="124">
                  <c:v>366.0</c:v>
                </c:pt>
                <c:pt idx="125">
                  <c:v>369.0</c:v>
                </c:pt>
                <c:pt idx="126">
                  <c:v>372.0</c:v>
                </c:pt>
                <c:pt idx="127">
                  <c:v>375.0</c:v>
                </c:pt>
                <c:pt idx="128">
                  <c:v>378.0</c:v>
                </c:pt>
                <c:pt idx="129">
                  <c:v>381.0</c:v>
                </c:pt>
                <c:pt idx="130">
                  <c:v>384.0</c:v>
                </c:pt>
                <c:pt idx="131">
                  <c:v>387.0</c:v>
                </c:pt>
                <c:pt idx="132">
                  <c:v>390.0</c:v>
                </c:pt>
                <c:pt idx="133">
                  <c:v>393.0</c:v>
                </c:pt>
                <c:pt idx="134">
                  <c:v>396.0</c:v>
                </c:pt>
                <c:pt idx="135">
                  <c:v>399.0</c:v>
                </c:pt>
                <c:pt idx="136">
                  <c:v>401.0</c:v>
                </c:pt>
                <c:pt idx="137">
                  <c:v>404.0</c:v>
                </c:pt>
                <c:pt idx="138">
                  <c:v>407.0</c:v>
                </c:pt>
                <c:pt idx="139">
                  <c:v>410.0</c:v>
                </c:pt>
                <c:pt idx="140">
                  <c:v>413.0</c:v>
                </c:pt>
                <c:pt idx="141">
                  <c:v>416.0</c:v>
                </c:pt>
                <c:pt idx="142">
                  <c:v>419.0</c:v>
                </c:pt>
                <c:pt idx="143">
                  <c:v>422.0</c:v>
                </c:pt>
                <c:pt idx="144">
                  <c:v>425.0</c:v>
                </c:pt>
                <c:pt idx="145">
                  <c:v>428.0</c:v>
                </c:pt>
                <c:pt idx="146">
                  <c:v>431.0</c:v>
                </c:pt>
                <c:pt idx="147">
                  <c:v>434.0</c:v>
                </c:pt>
                <c:pt idx="148">
                  <c:v>437.0</c:v>
                </c:pt>
                <c:pt idx="149">
                  <c:v>440.0</c:v>
                </c:pt>
                <c:pt idx="150">
                  <c:v>443.0</c:v>
                </c:pt>
                <c:pt idx="151">
                  <c:v>446.0</c:v>
                </c:pt>
                <c:pt idx="152">
                  <c:v>449.0</c:v>
                </c:pt>
                <c:pt idx="153">
                  <c:v>451.0</c:v>
                </c:pt>
                <c:pt idx="154">
                  <c:v>454.0</c:v>
                </c:pt>
                <c:pt idx="155">
                  <c:v>457.0</c:v>
                </c:pt>
                <c:pt idx="156">
                  <c:v>460.0</c:v>
                </c:pt>
                <c:pt idx="157">
                  <c:v>463.0</c:v>
                </c:pt>
                <c:pt idx="158">
                  <c:v>466.0</c:v>
                </c:pt>
                <c:pt idx="159">
                  <c:v>469.0</c:v>
                </c:pt>
                <c:pt idx="160">
                  <c:v>472.0</c:v>
                </c:pt>
                <c:pt idx="161">
                  <c:v>475.0</c:v>
                </c:pt>
                <c:pt idx="162">
                  <c:v>478.0</c:v>
                </c:pt>
                <c:pt idx="163">
                  <c:v>481.0</c:v>
                </c:pt>
                <c:pt idx="164">
                  <c:v>484.0</c:v>
                </c:pt>
                <c:pt idx="165">
                  <c:v>487.0</c:v>
                </c:pt>
                <c:pt idx="166">
                  <c:v>490.0</c:v>
                </c:pt>
                <c:pt idx="167">
                  <c:v>493.0</c:v>
                </c:pt>
                <c:pt idx="168">
                  <c:v>496.0</c:v>
                </c:pt>
                <c:pt idx="169">
                  <c:v>499.0</c:v>
                </c:pt>
                <c:pt idx="170">
                  <c:v>501.0</c:v>
                </c:pt>
                <c:pt idx="171">
                  <c:v>504.0</c:v>
                </c:pt>
                <c:pt idx="172">
                  <c:v>507.0</c:v>
                </c:pt>
                <c:pt idx="173">
                  <c:v>510.0</c:v>
                </c:pt>
                <c:pt idx="174">
                  <c:v>513.0</c:v>
                </c:pt>
                <c:pt idx="175">
                  <c:v>516.0</c:v>
                </c:pt>
                <c:pt idx="176">
                  <c:v>519.0</c:v>
                </c:pt>
                <c:pt idx="177">
                  <c:v>522.0</c:v>
                </c:pt>
                <c:pt idx="178">
                  <c:v>525.0</c:v>
                </c:pt>
                <c:pt idx="179">
                  <c:v>528.0</c:v>
                </c:pt>
                <c:pt idx="180">
                  <c:v>531.0</c:v>
                </c:pt>
                <c:pt idx="181">
                  <c:v>534.0</c:v>
                </c:pt>
                <c:pt idx="182">
                  <c:v>537.0</c:v>
                </c:pt>
                <c:pt idx="183">
                  <c:v>540.0</c:v>
                </c:pt>
                <c:pt idx="184">
                  <c:v>543.0</c:v>
                </c:pt>
                <c:pt idx="185">
                  <c:v>546.0</c:v>
                </c:pt>
                <c:pt idx="186">
                  <c:v>549.0</c:v>
                </c:pt>
                <c:pt idx="187">
                  <c:v>551.0</c:v>
                </c:pt>
                <c:pt idx="188">
                  <c:v>554.0</c:v>
                </c:pt>
                <c:pt idx="189">
                  <c:v>557.0</c:v>
                </c:pt>
                <c:pt idx="190">
                  <c:v>560.0</c:v>
                </c:pt>
                <c:pt idx="191">
                  <c:v>563.0</c:v>
                </c:pt>
                <c:pt idx="192">
                  <c:v>566.0</c:v>
                </c:pt>
                <c:pt idx="193">
                  <c:v>569.0</c:v>
                </c:pt>
                <c:pt idx="194">
                  <c:v>572.0</c:v>
                </c:pt>
                <c:pt idx="195">
                  <c:v>575.0</c:v>
                </c:pt>
                <c:pt idx="196">
                  <c:v>578.0</c:v>
                </c:pt>
                <c:pt idx="197">
                  <c:v>581.0</c:v>
                </c:pt>
                <c:pt idx="198">
                  <c:v>584.0</c:v>
                </c:pt>
                <c:pt idx="199">
                  <c:v>587.0</c:v>
                </c:pt>
                <c:pt idx="200">
                  <c:v>590.0</c:v>
                </c:pt>
                <c:pt idx="201">
                  <c:v>593.0</c:v>
                </c:pt>
                <c:pt idx="202">
                  <c:v>596.0</c:v>
                </c:pt>
                <c:pt idx="203">
                  <c:v>599.0</c:v>
                </c:pt>
                <c:pt idx="204">
                  <c:v>601.0</c:v>
                </c:pt>
                <c:pt idx="205">
                  <c:v>604.0</c:v>
                </c:pt>
                <c:pt idx="206">
                  <c:v>607.0</c:v>
                </c:pt>
                <c:pt idx="207">
                  <c:v>610.0</c:v>
                </c:pt>
                <c:pt idx="208">
                  <c:v>613.0</c:v>
                </c:pt>
                <c:pt idx="209">
                  <c:v>616.0</c:v>
                </c:pt>
                <c:pt idx="210">
                  <c:v>619.0</c:v>
                </c:pt>
                <c:pt idx="211">
                  <c:v>622.0</c:v>
                </c:pt>
                <c:pt idx="212">
                  <c:v>625.0</c:v>
                </c:pt>
                <c:pt idx="213">
                  <c:v>628.0</c:v>
                </c:pt>
                <c:pt idx="214">
                  <c:v>631.0</c:v>
                </c:pt>
                <c:pt idx="215">
                  <c:v>634.0</c:v>
                </c:pt>
                <c:pt idx="216">
                  <c:v>637.0</c:v>
                </c:pt>
                <c:pt idx="217">
                  <c:v>640.0</c:v>
                </c:pt>
                <c:pt idx="218">
                  <c:v>643.0</c:v>
                </c:pt>
                <c:pt idx="219">
                  <c:v>646.0</c:v>
                </c:pt>
                <c:pt idx="220">
                  <c:v>649.0</c:v>
                </c:pt>
                <c:pt idx="221">
                  <c:v>651.0</c:v>
                </c:pt>
                <c:pt idx="222">
                  <c:v>654.0</c:v>
                </c:pt>
                <c:pt idx="223">
                  <c:v>657.0</c:v>
                </c:pt>
                <c:pt idx="224">
                  <c:v>660.0</c:v>
                </c:pt>
                <c:pt idx="225">
                  <c:v>663.0</c:v>
                </c:pt>
                <c:pt idx="226">
                  <c:v>666.0</c:v>
                </c:pt>
                <c:pt idx="227">
                  <c:v>669.0</c:v>
                </c:pt>
                <c:pt idx="228">
                  <c:v>672.0</c:v>
                </c:pt>
                <c:pt idx="229">
                  <c:v>675.0</c:v>
                </c:pt>
                <c:pt idx="230">
                  <c:v>678.0</c:v>
                </c:pt>
                <c:pt idx="231">
                  <c:v>681.0</c:v>
                </c:pt>
                <c:pt idx="232">
                  <c:v>684.0</c:v>
                </c:pt>
                <c:pt idx="233">
                  <c:v>687.0</c:v>
                </c:pt>
                <c:pt idx="234">
                  <c:v>690.0</c:v>
                </c:pt>
                <c:pt idx="235">
                  <c:v>693.0</c:v>
                </c:pt>
                <c:pt idx="236">
                  <c:v>696.0</c:v>
                </c:pt>
                <c:pt idx="237">
                  <c:v>699.0</c:v>
                </c:pt>
                <c:pt idx="238">
                  <c:v>701.0</c:v>
                </c:pt>
                <c:pt idx="239">
                  <c:v>704.0</c:v>
                </c:pt>
                <c:pt idx="240">
                  <c:v>707.0</c:v>
                </c:pt>
                <c:pt idx="241">
                  <c:v>710.0</c:v>
                </c:pt>
                <c:pt idx="242">
                  <c:v>713.0</c:v>
                </c:pt>
                <c:pt idx="243">
                  <c:v>716.0</c:v>
                </c:pt>
                <c:pt idx="244">
                  <c:v>719.0</c:v>
                </c:pt>
                <c:pt idx="245">
                  <c:v>722.0</c:v>
                </c:pt>
                <c:pt idx="246">
                  <c:v>725.0</c:v>
                </c:pt>
                <c:pt idx="247">
                  <c:v>728.0</c:v>
                </c:pt>
                <c:pt idx="248">
                  <c:v>731.0</c:v>
                </c:pt>
                <c:pt idx="249">
                  <c:v>734.0</c:v>
                </c:pt>
                <c:pt idx="250">
                  <c:v>737.0</c:v>
                </c:pt>
                <c:pt idx="251">
                  <c:v>740.0</c:v>
                </c:pt>
                <c:pt idx="252">
                  <c:v>743.0</c:v>
                </c:pt>
                <c:pt idx="253">
                  <c:v>746.0</c:v>
                </c:pt>
                <c:pt idx="254">
                  <c:v>749.0</c:v>
                </c:pt>
                <c:pt idx="255">
                  <c:v>751.0</c:v>
                </c:pt>
                <c:pt idx="256">
                  <c:v>754.0</c:v>
                </c:pt>
                <c:pt idx="257">
                  <c:v>757.0</c:v>
                </c:pt>
                <c:pt idx="258">
                  <c:v>760.0</c:v>
                </c:pt>
                <c:pt idx="259">
                  <c:v>763.0</c:v>
                </c:pt>
                <c:pt idx="260">
                  <c:v>766.0</c:v>
                </c:pt>
                <c:pt idx="261">
                  <c:v>769.0</c:v>
                </c:pt>
                <c:pt idx="262">
                  <c:v>772.0</c:v>
                </c:pt>
                <c:pt idx="263">
                  <c:v>775.0</c:v>
                </c:pt>
                <c:pt idx="264">
                  <c:v>778.0</c:v>
                </c:pt>
                <c:pt idx="265">
                  <c:v>781.0</c:v>
                </c:pt>
                <c:pt idx="266">
                  <c:v>784.0</c:v>
                </c:pt>
                <c:pt idx="267">
                  <c:v>787.0</c:v>
                </c:pt>
                <c:pt idx="268">
                  <c:v>790.0</c:v>
                </c:pt>
                <c:pt idx="269">
                  <c:v>793.0</c:v>
                </c:pt>
                <c:pt idx="270">
                  <c:v>796.0</c:v>
                </c:pt>
                <c:pt idx="271">
                  <c:v>799.0</c:v>
                </c:pt>
                <c:pt idx="272">
                  <c:v>801.0</c:v>
                </c:pt>
                <c:pt idx="273">
                  <c:v>804.0</c:v>
                </c:pt>
                <c:pt idx="274">
                  <c:v>807.0</c:v>
                </c:pt>
                <c:pt idx="275">
                  <c:v>810.0</c:v>
                </c:pt>
                <c:pt idx="276">
                  <c:v>813.0</c:v>
                </c:pt>
                <c:pt idx="277">
                  <c:v>816.0</c:v>
                </c:pt>
                <c:pt idx="278">
                  <c:v>819.0</c:v>
                </c:pt>
                <c:pt idx="279">
                  <c:v>822.0</c:v>
                </c:pt>
                <c:pt idx="280">
                  <c:v>825.0</c:v>
                </c:pt>
                <c:pt idx="281">
                  <c:v>828.0</c:v>
                </c:pt>
                <c:pt idx="282">
                  <c:v>831.0</c:v>
                </c:pt>
                <c:pt idx="283">
                  <c:v>834.0</c:v>
                </c:pt>
                <c:pt idx="284">
                  <c:v>837.0</c:v>
                </c:pt>
                <c:pt idx="285">
                  <c:v>840.0</c:v>
                </c:pt>
                <c:pt idx="286">
                  <c:v>843.0</c:v>
                </c:pt>
                <c:pt idx="287">
                  <c:v>846.0</c:v>
                </c:pt>
                <c:pt idx="288">
                  <c:v>849.0</c:v>
                </c:pt>
                <c:pt idx="289">
                  <c:v>851.0</c:v>
                </c:pt>
                <c:pt idx="290">
                  <c:v>854.0</c:v>
                </c:pt>
                <c:pt idx="291">
                  <c:v>857.0</c:v>
                </c:pt>
                <c:pt idx="292">
                  <c:v>860.0</c:v>
                </c:pt>
                <c:pt idx="293">
                  <c:v>863.0</c:v>
                </c:pt>
                <c:pt idx="294">
                  <c:v>866.0</c:v>
                </c:pt>
                <c:pt idx="295">
                  <c:v>869.0</c:v>
                </c:pt>
                <c:pt idx="296">
                  <c:v>872.0</c:v>
                </c:pt>
                <c:pt idx="297">
                  <c:v>875.0</c:v>
                </c:pt>
                <c:pt idx="298">
                  <c:v>878.0</c:v>
                </c:pt>
                <c:pt idx="299">
                  <c:v>881.0</c:v>
                </c:pt>
                <c:pt idx="300">
                  <c:v>884.0</c:v>
                </c:pt>
                <c:pt idx="301">
                  <c:v>887.0</c:v>
                </c:pt>
                <c:pt idx="302">
                  <c:v>890.0</c:v>
                </c:pt>
                <c:pt idx="303">
                  <c:v>893.0</c:v>
                </c:pt>
                <c:pt idx="304">
                  <c:v>896.0</c:v>
                </c:pt>
                <c:pt idx="305">
                  <c:v>899.0</c:v>
                </c:pt>
              </c:numCache>
            </c:numRef>
          </c:xVal>
          <c:yVal>
            <c:numRef>
              <c:f>Sheet1!$B$2:$B$307</c:f>
              <c:numCache>
                <c:formatCode>General</c:formatCode>
                <c:ptCount val="306"/>
                <c:pt idx="0">
                  <c:v>1.0</c:v>
                </c:pt>
                <c:pt idx="1">
                  <c:v>0.90212</c:v>
                </c:pt>
                <c:pt idx="2">
                  <c:v>0.78446</c:v>
                </c:pt>
                <c:pt idx="3">
                  <c:v>0.64723</c:v>
                </c:pt>
                <c:pt idx="4">
                  <c:v>0.50199</c:v>
                </c:pt>
                <c:pt idx="5">
                  <c:v>0.37786</c:v>
                </c:pt>
                <c:pt idx="6">
                  <c:v>0.28945</c:v>
                </c:pt>
                <c:pt idx="7">
                  <c:v>0.22146</c:v>
                </c:pt>
                <c:pt idx="8">
                  <c:v>0.18569</c:v>
                </c:pt>
                <c:pt idx="9">
                  <c:v>0.15345</c:v>
                </c:pt>
                <c:pt idx="10">
                  <c:v>0.12425</c:v>
                </c:pt>
                <c:pt idx="11">
                  <c:v>0.10402</c:v>
                </c:pt>
                <c:pt idx="12">
                  <c:v>0.088752</c:v>
                </c:pt>
                <c:pt idx="13">
                  <c:v>0.072151</c:v>
                </c:pt>
                <c:pt idx="14">
                  <c:v>0.058927</c:v>
                </c:pt>
                <c:pt idx="15">
                  <c:v>0.048826</c:v>
                </c:pt>
                <c:pt idx="16">
                  <c:v>0.045834</c:v>
                </c:pt>
                <c:pt idx="17">
                  <c:v>0.048564</c:v>
                </c:pt>
                <c:pt idx="18">
                  <c:v>0.054554</c:v>
                </c:pt>
                <c:pt idx="19">
                  <c:v>0.06169</c:v>
                </c:pt>
                <c:pt idx="20">
                  <c:v>0.067421</c:v>
                </c:pt>
                <c:pt idx="21">
                  <c:v>0.062335</c:v>
                </c:pt>
                <c:pt idx="22">
                  <c:v>0.05082</c:v>
                </c:pt>
                <c:pt idx="23">
                  <c:v>0.03879</c:v>
                </c:pt>
                <c:pt idx="24">
                  <c:v>0.029669</c:v>
                </c:pt>
                <c:pt idx="25">
                  <c:v>0.022889</c:v>
                </c:pt>
                <c:pt idx="26">
                  <c:v>0.019223</c:v>
                </c:pt>
                <c:pt idx="27">
                  <c:v>0.019486</c:v>
                </c:pt>
                <c:pt idx="28">
                  <c:v>0.020364</c:v>
                </c:pt>
                <c:pt idx="29">
                  <c:v>0.020251</c:v>
                </c:pt>
                <c:pt idx="30">
                  <c:v>0.018914</c:v>
                </c:pt>
                <c:pt idx="31">
                  <c:v>0.016081</c:v>
                </c:pt>
                <c:pt idx="32">
                  <c:v>0.013139</c:v>
                </c:pt>
                <c:pt idx="33">
                  <c:v>0.010806</c:v>
                </c:pt>
                <c:pt idx="34">
                  <c:v>0.0094627</c:v>
                </c:pt>
                <c:pt idx="35">
                  <c:v>0.0076837</c:v>
                </c:pt>
                <c:pt idx="36">
                  <c:v>0.0061919</c:v>
                </c:pt>
                <c:pt idx="37">
                  <c:v>0.0057021</c:v>
                </c:pt>
                <c:pt idx="38">
                  <c:v>0.0057024</c:v>
                </c:pt>
                <c:pt idx="39">
                  <c:v>0.00557</c:v>
                </c:pt>
                <c:pt idx="40">
                  <c:v>0.0050031</c:v>
                </c:pt>
                <c:pt idx="41">
                  <c:v>0.0042792</c:v>
                </c:pt>
                <c:pt idx="42">
                  <c:v>0.0037672</c:v>
                </c:pt>
                <c:pt idx="43">
                  <c:v>0.0036863</c:v>
                </c:pt>
                <c:pt idx="44">
                  <c:v>0.0039293</c:v>
                </c:pt>
                <c:pt idx="45">
                  <c:v>0.0045176</c:v>
                </c:pt>
                <c:pt idx="46">
                  <c:v>0.0050013</c:v>
                </c:pt>
                <c:pt idx="47">
                  <c:v>0.0049898</c:v>
                </c:pt>
                <c:pt idx="48">
                  <c:v>0.004721</c:v>
                </c:pt>
                <c:pt idx="49">
                  <c:v>0.0043277</c:v>
                </c:pt>
                <c:pt idx="50">
                  <c:v>0.0039361</c:v>
                </c:pt>
                <c:pt idx="51">
                  <c:v>0.003666</c:v>
                </c:pt>
                <c:pt idx="52">
                  <c:v>65.037</c:v>
                </c:pt>
                <c:pt idx="53">
                  <c:v>9.3859</c:v>
                </c:pt>
                <c:pt idx="54">
                  <c:v>2.334</c:v>
                </c:pt>
                <c:pt idx="55">
                  <c:v>1.3342</c:v>
                </c:pt>
                <c:pt idx="56">
                  <c:v>0.73765</c:v>
                </c:pt>
                <c:pt idx="57">
                  <c:v>0.45316</c:v>
                </c:pt>
                <c:pt idx="58">
                  <c:v>0.28786</c:v>
                </c:pt>
                <c:pt idx="59">
                  <c:v>0.18693</c:v>
                </c:pt>
                <c:pt idx="60">
                  <c:v>0.1243</c:v>
                </c:pt>
                <c:pt idx="61">
                  <c:v>0.084509</c:v>
                </c:pt>
                <c:pt idx="62">
                  <c:v>0.058743</c:v>
                </c:pt>
                <c:pt idx="63">
                  <c:v>0.041901</c:v>
                </c:pt>
                <c:pt idx="64">
                  <c:v>0.031793</c:v>
                </c:pt>
                <c:pt idx="65">
                  <c:v>0.024899</c:v>
                </c:pt>
                <c:pt idx="66">
                  <c:v>0.019647</c:v>
                </c:pt>
                <c:pt idx="67">
                  <c:v>0.0159</c:v>
                </c:pt>
                <c:pt idx="68">
                  <c:v>0.01439</c:v>
                </c:pt>
                <c:pt idx="69">
                  <c:v>0.01317</c:v>
                </c:pt>
                <c:pt idx="70">
                  <c:v>0.011603</c:v>
                </c:pt>
                <c:pt idx="71">
                  <c:v>0.010131</c:v>
                </c:pt>
                <c:pt idx="72">
                  <c:v>0.0088338</c:v>
                </c:pt>
                <c:pt idx="73">
                  <c:v>0.0079043</c:v>
                </c:pt>
                <c:pt idx="74">
                  <c:v>0.0071447</c:v>
                </c:pt>
                <c:pt idx="75">
                  <c:v>0.0063878</c:v>
                </c:pt>
                <c:pt idx="76">
                  <c:v>0.0056355</c:v>
                </c:pt>
                <c:pt idx="77">
                  <c:v>0.0050263</c:v>
                </c:pt>
                <c:pt idx="78">
                  <c:v>0.0045579</c:v>
                </c:pt>
                <c:pt idx="79">
                  <c:v>0.0040611</c:v>
                </c:pt>
                <c:pt idx="80">
                  <c:v>0.0037449</c:v>
                </c:pt>
                <c:pt idx="81">
                  <c:v>0.0034406</c:v>
                </c:pt>
                <c:pt idx="82">
                  <c:v>0.0032915</c:v>
                </c:pt>
                <c:pt idx="83">
                  <c:v>0.002979</c:v>
                </c:pt>
                <c:pt idx="84">
                  <c:v>0.0027727</c:v>
                </c:pt>
                <c:pt idx="85">
                  <c:v>0.0027429</c:v>
                </c:pt>
                <c:pt idx="86">
                  <c:v>0.002659</c:v>
                </c:pt>
                <c:pt idx="87">
                  <c:v>0.0025932</c:v>
                </c:pt>
                <c:pt idx="88">
                  <c:v>0.002507</c:v>
                </c:pt>
                <c:pt idx="89">
                  <c:v>0.0024671</c:v>
                </c:pt>
                <c:pt idx="90">
                  <c:v>0.0023862</c:v>
                </c:pt>
                <c:pt idx="91">
                  <c:v>0.0023665</c:v>
                </c:pt>
                <c:pt idx="92">
                  <c:v>0.0023486</c:v>
                </c:pt>
                <c:pt idx="93">
                  <c:v>0.0022846</c:v>
                </c:pt>
                <c:pt idx="94">
                  <c:v>0.0022649</c:v>
                </c:pt>
                <c:pt idx="95">
                  <c:v>0.002261</c:v>
                </c:pt>
                <c:pt idx="96">
                  <c:v>0.0022583</c:v>
                </c:pt>
                <c:pt idx="97">
                  <c:v>0.0023298</c:v>
                </c:pt>
                <c:pt idx="98">
                  <c:v>0.0023138</c:v>
                </c:pt>
                <c:pt idx="99">
                  <c:v>0.0023822</c:v>
                </c:pt>
                <c:pt idx="100">
                  <c:v>0.0024252</c:v>
                </c:pt>
                <c:pt idx="101">
                  <c:v>0.002548</c:v>
                </c:pt>
                <c:pt idx="102">
                  <c:v>0.0025737</c:v>
                </c:pt>
                <c:pt idx="103">
                  <c:v>66.201</c:v>
                </c:pt>
                <c:pt idx="104">
                  <c:v>10.259</c:v>
                </c:pt>
                <c:pt idx="105">
                  <c:v>2.8633</c:v>
                </c:pt>
                <c:pt idx="106">
                  <c:v>1.5877</c:v>
                </c:pt>
                <c:pt idx="107">
                  <c:v>0.97271</c:v>
                </c:pt>
                <c:pt idx="108">
                  <c:v>0.68747</c:v>
                </c:pt>
                <c:pt idx="109">
                  <c:v>0.53297</c:v>
                </c:pt>
                <c:pt idx="110">
                  <c:v>0.43947</c:v>
                </c:pt>
                <c:pt idx="111">
                  <c:v>0.37886</c:v>
                </c:pt>
                <c:pt idx="112">
                  <c:v>0.33944</c:v>
                </c:pt>
                <c:pt idx="113">
                  <c:v>0.35525</c:v>
                </c:pt>
                <c:pt idx="114">
                  <c:v>0.3911</c:v>
                </c:pt>
                <c:pt idx="115">
                  <c:v>0.38458</c:v>
                </c:pt>
                <c:pt idx="116">
                  <c:v>0.36194</c:v>
                </c:pt>
                <c:pt idx="117">
                  <c:v>0.34463</c:v>
                </c:pt>
                <c:pt idx="118">
                  <c:v>0.3811</c:v>
                </c:pt>
                <c:pt idx="119">
                  <c:v>0.3957</c:v>
                </c:pt>
                <c:pt idx="120">
                  <c:v>0.3808</c:v>
                </c:pt>
                <c:pt idx="121">
                  <c:v>0.37854</c:v>
                </c:pt>
                <c:pt idx="122">
                  <c:v>0.35386</c:v>
                </c:pt>
                <c:pt idx="123">
                  <c:v>0.31976</c:v>
                </c:pt>
                <c:pt idx="124">
                  <c:v>0.26769</c:v>
                </c:pt>
                <c:pt idx="125">
                  <c:v>0.21515</c:v>
                </c:pt>
                <c:pt idx="126">
                  <c:v>0.17581</c:v>
                </c:pt>
                <c:pt idx="127">
                  <c:v>0.17007</c:v>
                </c:pt>
                <c:pt idx="128">
                  <c:v>0.20631</c:v>
                </c:pt>
                <c:pt idx="129">
                  <c:v>0.23899</c:v>
                </c:pt>
                <c:pt idx="130">
                  <c:v>0.25156</c:v>
                </c:pt>
                <c:pt idx="131">
                  <c:v>0.2689</c:v>
                </c:pt>
                <c:pt idx="132">
                  <c:v>0.26638</c:v>
                </c:pt>
                <c:pt idx="133">
                  <c:v>0.30904</c:v>
                </c:pt>
                <c:pt idx="134">
                  <c:v>0.40107</c:v>
                </c:pt>
                <c:pt idx="135">
                  <c:v>0.42828</c:v>
                </c:pt>
                <c:pt idx="136">
                  <c:v>0.46106</c:v>
                </c:pt>
                <c:pt idx="137">
                  <c:v>0.45868</c:v>
                </c:pt>
                <c:pt idx="138">
                  <c:v>0.40034</c:v>
                </c:pt>
                <c:pt idx="139">
                  <c:v>0.34138</c:v>
                </c:pt>
                <c:pt idx="140">
                  <c:v>0.28938</c:v>
                </c:pt>
                <c:pt idx="141">
                  <c:v>0.26396</c:v>
                </c:pt>
                <c:pt idx="142">
                  <c:v>0.31703</c:v>
                </c:pt>
                <c:pt idx="143">
                  <c:v>0.34868</c:v>
                </c:pt>
                <c:pt idx="144">
                  <c:v>0.34913</c:v>
                </c:pt>
                <c:pt idx="145">
                  <c:v>0.33175</c:v>
                </c:pt>
                <c:pt idx="146">
                  <c:v>0.30007</c:v>
                </c:pt>
                <c:pt idx="147">
                  <c:v>0.26591</c:v>
                </c:pt>
                <c:pt idx="148">
                  <c:v>0.22076</c:v>
                </c:pt>
                <c:pt idx="149">
                  <c:v>0.18273</c:v>
                </c:pt>
                <c:pt idx="150">
                  <c:v>0.17199</c:v>
                </c:pt>
                <c:pt idx="151">
                  <c:v>0.19125</c:v>
                </c:pt>
                <c:pt idx="152">
                  <c:v>0.22313</c:v>
                </c:pt>
                <c:pt idx="153">
                  <c:v>0.24392</c:v>
                </c:pt>
                <c:pt idx="154">
                  <c:v>0.27739</c:v>
                </c:pt>
                <c:pt idx="155">
                  <c:v>0.29374</c:v>
                </c:pt>
                <c:pt idx="156">
                  <c:v>0.27705</c:v>
                </c:pt>
                <c:pt idx="157">
                  <c:v>0.34042</c:v>
                </c:pt>
                <c:pt idx="158">
                  <c:v>0.41208</c:v>
                </c:pt>
                <c:pt idx="159">
                  <c:v>0.41811</c:v>
                </c:pt>
                <c:pt idx="160">
                  <c:v>0.44692</c:v>
                </c:pt>
                <c:pt idx="161">
                  <c:v>0.42882</c:v>
                </c:pt>
                <c:pt idx="162">
                  <c:v>0.38478</c:v>
                </c:pt>
                <c:pt idx="163">
                  <c:v>0.3493</c:v>
                </c:pt>
                <c:pt idx="164">
                  <c:v>0.27958</c:v>
                </c:pt>
                <c:pt idx="165">
                  <c:v>0.25527</c:v>
                </c:pt>
                <c:pt idx="166">
                  <c:v>0.30193</c:v>
                </c:pt>
                <c:pt idx="167">
                  <c:v>0.34899</c:v>
                </c:pt>
                <c:pt idx="168">
                  <c:v>0.35011</c:v>
                </c:pt>
                <c:pt idx="169">
                  <c:v>0.3313</c:v>
                </c:pt>
                <c:pt idx="170">
                  <c:v>0.31336</c:v>
                </c:pt>
                <c:pt idx="171">
                  <c:v>0.28499</c:v>
                </c:pt>
                <c:pt idx="172">
                  <c:v>0.243</c:v>
                </c:pt>
                <c:pt idx="173">
                  <c:v>0.20273</c:v>
                </c:pt>
                <c:pt idx="174">
                  <c:v>0.18124</c:v>
                </c:pt>
                <c:pt idx="175">
                  <c:v>0.19245</c:v>
                </c:pt>
                <c:pt idx="176">
                  <c:v>0.22003</c:v>
                </c:pt>
                <c:pt idx="177">
                  <c:v>0.24926</c:v>
                </c:pt>
                <c:pt idx="178">
                  <c:v>0.28656</c:v>
                </c:pt>
                <c:pt idx="179">
                  <c:v>0.29816</c:v>
                </c:pt>
                <c:pt idx="180">
                  <c:v>0.28587</c:v>
                </c:pt>
                <c:pt idx="181">
                  <c:v>0.36991</c:v>
                </c:pt>
                <c:pt idx="182">
                  <c:v>0.41807</c:v>
                </c:pt>
                <c:pt idx="183">
                  <c:v>0.41019</c:v>
                </c:pt>
                <c:pt idx="184">
                  <c:v>0.42505</c:v>
                </c:pt>
                <c:pt idx="185">
                  <c:v>0.41354</c:v>
                </c:pt>
                <c:pt idx="186">
                  <c:v>0.37612</c:v>
                </c:pt>
                <c:pt idx="187">
                  <c:v>0.35392</c:v>
                </c:pt>
                <c:pt idx="188">
                  <c:v>0.3167</c:v>
                </c:pt>
                <c:pt idx="189">
                  <c:v>0.28397</c:v>
                </c:pt>
                <c:pt idx="190">
                  <c:v>0.26017</c:v>
                </c:pt>
                <c:pt idx="191">
                  <c:v>0.30893</c:v>
                </c:pt>
                <c:pt idx="192">
                  <c:v>0.33792</c:v>
                </c:pt>
                <c:pt idx="193">
                  <c:v>0.33035</c:v>
                </c:pt>
                <c:pt idx="194">
                  <c:v>0.31157</c:v>
                </c:pt>
                <c:pt idx="195">
                  <c:v>0.28114</c:v>
                </c:pt>
                <c:pt idx="196">
                  <c:v>0.24326</c:v>
                </c:pt>
                <c:pt idx="197">
                  <c:v>0.20745</c:v>
                </c:pt>
                <c:pt idx="198">
                  <c:v>0.18831</c:v>
                </c:pt>
                <c:pt idx="199">
                  <c:v>0.19671</c:v>
                </c:pt>
                <c:pt idx="200">
                  <c:v>0.22252</c:v>
                </c:pt>
                <c:pt idx="201">
                  <c:v>0.24938</c:v>
                </c:pt>
                <c:pt idx="202">
                  <c:v>0.28294</c:v>
                </c:pt>
                <c:pt idx="203">
                  <c:v>0.29311</c:v>
                </c:pt>
                <c:pt idx="204">
                  <c:v>0.28087</c:v>
                </c:pt>
                <c:pt idx="205">
                  <c:v>0.32077</c:v>
                </c:pt>
                <c:pt idx="206">
                  <c:v>0.40718</c:v>
                </c:pt>
                <c:pt idx="207">
                  <c:v>0.40694</c:v>
                </c:pt>
                <c:pt idx="208">
                  <c:v>0.39753</c:v>
                </c:pt>
                <c:pt idx="209">
                  <c:v>0.40094</c:v>
                </c:pt>
                <c:pt idx="210">
                  <c:v>0.38108</c:v>
                </c:pt>
                <c:pt idx="211">
                  <c:v>0.35294</c:v>
                </c:pt>
                <c:pt idx="212">
                  <c:v>0.33919</c:v>
                </c:pt>
                <c:pt idx="213">
                  <c:v>0.32705</c:v>
                </c:pt>
                <c:pt idx="214">
                  <c:v>0.28158</c:v>
                </c:pt>
                <c:pt idx="215">
                  <c:v>0.29535</c:v>
                </c:pt>
                <c:pt idx="216">
                  <c:v>0.35298</c:v>
                </c:pt>
                <c:pt idx="217">
                  <c:v>0.36045</c:v>
                </c:pt>
                <c:pt idx="218">
                  <c:v>0.35449</c:v>
                </c:pt>
                <c:pt idx="219">
                  <c:v>0.34588</c:v>
                </c:pt>
                <c:pt idx="220">
                  <c:v>0.30997</c:v>
                </c:pt>
                <c:pt idx="221">
                  <c:v>0.27582</c:v>
                </c:pt>
                <c:pt idx="222">
                  <c:v>0.23119</c:v>
                </c:pt>
                <c:pt idx="223">
                  <c:v>0.20624</c:v>
                </c:pt>
                <c:pt idx="224">
                  <c:v>0.21455</c:v>
                </c:pt>
                <c:pt idx="225">
                  <c:v>0.24145</c:v>
                </c:pt>
                <c:pt idx="226">
                  <c:v>0.27022</c:v>
                </c:pt>
                <c:pt idx="227">
                  <c:v>0.29795</c:v>
                </c:pt>
                <c:pt idx="228">
                  <c:v>0.28767</c:v>
                </c:pt>
                <c:pt idx="229">
                  <c:v>0.29783</c:v>
                </c:pt>
                <c:pt idx="230">
                  <c:v>0.39579</c:v>
                </c:pt>
                <c:pt idx="231">
                  <c:v>0.41156</c:v>
                </c:pt>
                <c:pt idx="232">
                  <c:v>0.39944</c:v>
                </c:pt>
                <c:pt idx="233">
                  <c:v>0.40505</c:v>
                </c:pt>
                <c:pt idx="234">
                  <c:v>0.39035</c:v>
                </c:pt>
                <c:pt idx="235">
                  <c:v>0.3577</c:v>
                </c:pt>
                <c:pt idx="236">
                  <c:v>0.34163</c:v>
                </c:pt>
                <c:pt idx="237">
                  <c:v>0.33848</c:v>
                </c:pt>
                <c:pt idx="238">
                  <c:v>0.29231</c:v>
                </c:pt>
                <c:pt idx="239">
                  <c:v>0.25709</c:v>
                </c:pt>
                <c:pt idx="240">
                  <c:v>0.29767</c:v>
                </c:pt>
                <c:pt idx="241">
                  <c:v>0.32957</c:v>
                </c:pt>
                <c:pt idx="242">
                  <c:v>0.32741</c:v>
                </c:pt>
                <c:pt idx="243">
                  <c:v>0.31298</c:v>
                </c:pt>
                <c:pt idx="244">
                  <c:v>0.28094</c:v>
                </c:pt>
                <c:pt idx="245">
                  <c:v>0.24291</c:v>
                </c:pt>
                <c:pt idx="246">
                  <c:v>0.20598</c:v>
                </c:pt>
                <c:pt idx="247">
                  <c:v>0.19242</c:v>
                </c:pt>
                <c:pt idx="248">
                  <c:v>0.2059</c:v>
                </c:pt>
                <c:pt idx="249">
                  <c:v>0.23289</c:v>
                </c:pt>
                <c:pt idx="250">
                  <c:v>0.26094</c:v>
                </c:pt>
                <c:pt idx="251">
                  <c:v>0.28828</c:v>
                </c:pt>
                <c:pt idx="252">
                  <c:v>0.28391</c:v>
                </c:pt>
                <c:pt idx="253">
                  <c:v>0.29053</c:v>
                </c:pt>
                <c:pt idx="254">
                  <c:v>0.37702</c:v>
                </c:pt>
                <c:pt idx="255">
                  <c:v>0.40976</c:v>
                </c:pt>
                <c:pt idx="256">
                  <c:v>0.39789</c:v>
                </c:pt>
                <c:pt idx="257">
                  <c:v>0.38344</c:v>
                </c:pt>
                <c:pt idx="258">
                  <c:v>0.37762</c:v>
                </c:pt>
                <c:pt idx="259">
                  <c:v>0.36074</c:v>
                </c:pt>
                <c:pt idx="260">
                  <c:v>0.33531</c:v>
                </c:pt>
                <c:pt idx="261">
                  <c:v>0.32773</c:v>
                </c:pt>
                <c:pt idx="262">
                  <c:v>0.32569</c:v>
                </c:pt>
                <c:pt idx="263">
                  <c:v>0.29745</c:v>
                </c:pt>
                <c:pt idx="264">
                  <c:v>0.26744</c:v>
                </c:pt>
                <c:pt idx="265">
                  <c:v>0.2926</c:v>
                </c:pt>
                <c:pt idx="266">
                  <c:v>0.3263</c:v>
                </c:pt>
                <c:pt idx="267">
                  <c:v>0.33521</c:v>
                </c:pt>
                <c:pt idx="268">
                  <c:v>0.32071</c:v>
                </c:pt>
                <c:pt idx="269">
                  <c:v>0.27763</c:v>
                </c:pt>
                <c:pt idx="270">
                  <c:v>0.23691</c:v>
                </c:pt>
                <c:pt idx="271">
                  <c:v>0.21108</c:v>
                </c:pt>
                <c:pt idx="272">
                  <c:v>0.21099</c:v>
                </c:pt>
                <c:pt idx="273">
                  <c:v>0.23103</c:v>
                </c:pt>
                <c:pt idx="274">
                  <c:v>0.25785</c:v>
                </c:pt>
                <c:pt idx="275">
                  <c:v>0.28359</c:v>
                </c:pt>
                <c:pt idx="276">
                  <c:v>0.29388</c:v>
                </c:pt>
                <c:pt idx="277">
                  <c:v>0.28263</c:v>
                </c:pt>
                <c:pt idx="278">
                  <c:v>0.32384</c:v>
                </c:pt>
                <c:pt idx="279">
                  <c:v>0.40761</c:v>
                </c:pt>
                <c:pt idx="280">
                  <c:v>0.40077</c:v>
                </c:pt>
                <c:pt idx="281">
                  <c:v>0.37529</c:v>
                </c:pt>
                <c:pt idx="282">
                  <c:v>0.36661</c:v>
                </c:pt>
                <c:pt idx="283">
                  <c:v>0.35347</c:v>
                </c:pt>
                <c:pt idx="284">
                  <c:v>0.32603</c:v>
                </c:pt>
                <c:pt idx="285">
                  <c:v>0.31812</c:v>
                </c:pt>
                <c:pt idx="286">
                  <c:v>0.32347</c:v>
                </c:pt>
                <c:pt idx="287">
                  <c:v>0.31812</c:v>
                </c:pt>
                <c:pt idx="288">
                  <c:v>0.29126</c:v>
                </c:pt>
                <c:pt idx="289">
                  <c:v>0.26538</c:v>
                </c:pt>
                <c:pt idx="290">
                  <c:v>0.28375</c:v>
                </c:pt>
                <c:pt idx="291">
                  <c:v>0.31567</c:v>
                </c:pt>
                <c:pt idx="292">
                  <c:v>0.31955</c:v>
                </c:pt>
                <c:pt idx="293">
                  <c:v>0.29744</c:v>
                </c:pt>
                <c:pt idx="294">
                  <c:v>0.25774</c:v>
                </c:pt>
                <c:pt idx="295">
                  <c:v>0.21295</c:v>
                </c:pt>
                <c:pt idx="296">
                  <c:v>0.18963</c:v>
                </c:pt>
                <c:pt idx="297">
                  <c:v>0.19966</c:v>
                </c:pt>
                <c:pt idx="298">
                  <c:v>0.22666</c:v>
                </c:pt>
                <c:pt idx="299">
                  <c:v>0.25605</c:v>
                </c:pt>
                <c:pt idx="300">
                  <c:v>0.28274</c:v>
                </c:pt>
                <c:pt idx="301">
                  <c:v>0.27793</c:v>
                </c:pt>
                <c:pt idx="302">
                  <c:v>0.29652</c:v>
                </c:pt>
                <c:pt idx="303">
                  <c:v>0.36801</c:v>
                </c:pt>
                <c:pt idx="304">
                  <c:v>0.36072</c:v>
                </c:pt>
                <c:pt idx="305">
                  <c:v>0.31857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Sheet1!$B$309</c:f>
              <c:strCache>
                <c:ptCount val="1"/>
                <c:pt idx="0">
                  <c:v>x-velocity</c:v>
                </c:pt>
              </c:strCache>
            </c:strRef>
          </c:tx>
          <c:spPr>
            <a:ln w="15875">
              <a:solidFill>
                <a:srgbClr val="4CC9F0"/>
              </a:solidFill>
            </a:ln>
          </c:spPr>
          <c:marker>
            <c:symbol val="none"/>
          </c:marker>
          <c:xVal>
            <c:numRef>
              <c:f>Sheet1!$A$310:$A$615</c:f>
              <c:numCache>
                <c:formatCode>General</c:formatCode>
                <c:ptCount val="306"/>
                <c:pt idx="0">
                  <c:v>1.0</c:v>
                </c:pt>
                <c:pt idx="1">
                  <c:v>4.0</c:v>
                </c:pt>
                <c:pt idx="2">
                  <c:v>7.0</c:v>
                </c:pt>
                <c:pt idx="3">
                  <c:v>10.0</c:v>
                </c:pt>
                <c:pt idx="4">
                  <c:v>13.0</c:v>
                </c:pt>
                <c:pt idx="5">
                  <c:v>16.0</c:v>
                </c:pt>
                <c:pt idx="6">
                  <c:v>19.0</c:v>
                </c:pt>
                <c:pt idx="7">
                  <c:v>22.0</c:v>
                </c:pt>
                <c:pt idx="8">
                  <c:v>25.0</c:v>
                </c:pt>
                <c:pt idx="9">
                  <c:v>28.0</c:v>
                </c:pt>
                <c:pt idx="10">
                  <c:v>31.0</c:v>
                </c:pt>
                <c:pt idx="11">
                  <c:v>34.0</c:v>
                </c:pt>
                <c:pt idx="12">
                  <c:v>37.0</c:v>
                </c:pt>
                <c:pt idx="13">
                  <c:v>40.0</c:v>
                </c:pt>
                <c:pt idx="14">
                  <c:v>43.0</c:v>
                </c:pt>
                <c:pt idx="15">
                  <c:v>46.0</c:v>
                </c:pt>
                <c:pt idx="16">
                  <c:v>49.0</c:v>
                </c:pt>
                <c:pt idx="17">
                  <c:v>51.0</c:v>
                </c:pt>
                <c:pt idx="18">
                  <c:v>54.0</c:v>
                </c:pt>
                <c:pt idx="19">
                  <c:v>57.0</c:v>
                </c:pt>
                <c:pt idx="20">
                  <c:v>60.0</c:v>
                </c:pt>
                <c:pt idx="21">
                  <c:v>63.0</c:v>
                </c:pt>
                <c:pt idx="22">
                  <c:v>66.0</c:v>
                </c:pt>
                <c:pt idx="23">
                  <c:v>69.0</c:v>
                </c:pt>
                <c:pt idx="24">
                  <c:v>72.0</c:v>
                </c:pt>
                <c:pt idx="25">
                  <c:v>75.0</c:v>
                </c:pt>
                <c:pt idx="26">
                  <c:v>78.0</c:v>
                </c:pt>
                <c:pt idx="27">
                  <c:v>81.0</c:v>
                </c:pt>
                <c:pt idx="28">
                  <c:v>84.0</c:v>
                </c:pt>
                <c:pt idx="29">
                  <c:v>87.0</c:v>
                </c:pt>
                <c:pt idx="30">
                  <c:v>90.0</c:v>
                </c:pt>
                <c:pt idx="31">
                  <c:v>93.0</c:v>
                </c:pt>
                <c:pt idx="32">
                  <c:v>96.0</c:v>
                </c:pt>
                <c:pt idx="33">
                  <c:v>99.0</c:v>
                </c:pt>
                <c:pt idx="34">
                  <c:v>101.0</c:v>
                </c:pt>
                <c:pt idx="35">
                  <c:v>104.0</c:v>
                </c:pt>
                <c:pt idx="36">
                  <c:v>107.0</c:v>
                </c:pt>
                <c:pt idx="37">
                  <c:v>110.0</c:v>
                </c:pt>
                <c:pt idx="38">
                  <c:v>113.0</c:v>
                </c:pt>
                <c:pt idx="39">
                  <c:v>116.0</c:v>
                </c:pt>
                <c:pt idx="40">
                  <c:v>119.0</c:v>
                </c:pt>
                <c:pt idx="41">
                  <c:v>122.0</c:v>
                </c:pt>
                <c:pt idx="42">
                  <c:v>125.0</c:v>
                </c:pt>
                <c:pt idx="43">
                  <c:v>128.0</c:v>
                </c:pt>
                <c:pt idx="44">
                  <c:v>131.0</c:v>
                </c:pt>
                <c:pt idx="45">
                  <c:v>134.0</c:v>
                </c:pt>
                <c:pt idx="46">
                  <c:v>137.0</c:v>
                </c:pt>
                <c:pt idx="47">
                  <c:v>140.0</c:v>
                </c:pt>
                <c:pt idx="48">
                  <c:v>143.0</c:v>
                </c:pt>
                <c:pt idx="49">
                  <c:v>146.0</c:v>
                </c:pt>
                <c:pt idx="50">
                  <c:v>149.0</c:v>
                </c:pt>
                <c:pt idx="51">
                  <c:v>151.0</c:v>
                </c:pt>
                <c:pt idx="52">
                  <c:v>154.0</c:v>
                </c:pt>
                <c:pt idx="53">
                  <c:v>157.0</c:v>
                </c:pt>
                <c:pt idx="54">
                  <c:v>160.0</c:v>
                </c:pt>
                <c:pt idx="55">
                  <c:v>163.0</c:v>
                </c:pt>
                <c:pt idx="56">
                  <c:v>166.0</c:v>
                </c:pt>
                <c:pt idx="57">
                  <c:v>169.0</c:v>
                </c:pt>
                <c:pt idx="58">
                  <c:v>172.0</c:v>
                </c:pt>
                <c:pt idx="59">
                  <c:v>175.0</c:v>
                </c:pt>
                <c:pt idx="60">
                  <c:v>178.0</c:v>
                </c:pt>
                <c:pt idx="61">
                  <c:v>181.0</c:v>
                </c:pt>
                <c:pt idx="62">
                  <c:v>184.0</c:v>
                </c:pt>
                <c:pt idx="63">
                  <c:v>187.0</c:v>
                </c:pt>
                <c:pt idx="64">
                  <c:v>190.0</c:v>
                </c:pt>
                <c:pt idx="65">
                  <c:v>193.0</c:v>
                </c:pt>
                <c:pt idx="66">
                  <c:v>196.0</c:v>
                </c:pt>
                <c:pt idx="67">
                  <c:v>199.0</c:v>
                </c:pt>
                <c:pt idx="68">
                  <c:v>201.0</c:v>
                </c:pt>
                <c:pt idx="69">
                  <c:v>204.0</c:v>
                </c:pt>
                <c:pt idx="70">
                  <c:v>207.0</c:v>
                </c:pt>
                <c:pt idx="71">
                  <c:v>210.0</c:v>
                </c:pt>
                <c:pt idx="72">
                  <c:v>213.0</c:v>
                </c:pt>
                <c:pt idx="73">
                  <c:v>216.0</c:v>
                </c:pt>
                <c:pt idx="74">
                  <c:v>219.0</c:v>
                </c:pt>
                <c:pt idx="75">
                  <c:v>222.0</c:v>
                </c:pt>
                <c:pt idx="76">
                  <c:v>225.0</c:v>
                </c:pt>
                <c:pt idx="77">
                  <c:v>228.0</c:v>
                </c:pt>
                <c:pt idx="78">
                  <c:v>231.0</c:v>
                </c:pt>
                <c:pt idx="79">
                  <c:v>234.0</c:v>
                </c:pt>
                <c:pt idx="80">
                  <c:v>237.0</c:v>
                </c:pt>
                <c:pt idx="81">
                  <c:v>240.0</c:v>
                </c:pt>
                <c:pt idx="82">
                  <c:v>243.0</c:v>
                </c:pt>
                <c:pt idx="83">
                  <c:v>246.0</c:v>
                </c:pt>
                <c:pt idx="84">
                  <c:v>249.0</c:v>
                </c:pt>
                <c:pt idx="85">
                  <c:v>251.0</c:v>
                </c:pt>
                <c:pt idx="86">
                  <c:v>254.0</c:v>
                </c:pt>
                <c:pt idx="87">
                  <c:v>257.0</c:v>
                </c:pt>
                <c:pt idx="88">
                  <c:v>260.0</c:v>
                </c:pt>
                <c:pt idx="89">
                  <c:v>263.0</c:v>
                </c:pt>
                <c:pt idx="90">
                  <c:v>266.0</c:v>
                </c:pt>
                <c:pt idx="91">
                  <c:v>269.0</c:v>
                </c:pt>
                <c:pt idx="92">
                  <c:v>272.0</c:v>
                </c:pt>
                <c:pt idx="93">
                  <c:v>275.0</c:v>
                </c:pt>
                <c:pt idx="94">
                  <c:v>278.0</c:v>
                </c:pt>
                <c:pt idx="95">
                  <c:v>281.0</c:v>
                </c:pt>
                <c:pt idx="96">
                  <c:v>284.0</c:v>
                </c:pt>
                <c:pt idx="97">
                  <c:v>287.0</c:v>
                </c:pt>
                <c:pt idx="98">
                  <c:v>290.0</c:v>
                </c:pt>
                <c:pt idx="99">
                  <c:v>293.0</c:v>
                </c:pt>
                <c:pt idx="100">
                  <c:v>296.0</c:v>
                </c:pt>
                <c:pt idx="101">
                  <c:v>299.0</c:v>
                </c:pt>
                <c:pt idx="102">
                  <c:v>301.0</c:v>
                </c:pt>
                <c:pt idx="103">
                  <c:v>304.0</c:v>
                </c:pt>
                <c:pt idx="104">
                  <c:v>307.0</c:v>
                </c:pt>
                <c:pt idx="105">
                  <c:v>310.0</c:v>
                </c:pt>
                <c:pt idx="106">
                  <c:v>313.0</c:v>
                </c:pt>
                <c:pt idx="107">
                  <c:v>316.0</c:v>
                </c:pt>
                <c:pt idx="108">
                  <c:v>319.0</c:v>
                </c:pt>
                <c:pt idx="109">
                  <c:v>322.0</c:v>
                </c:pt>
                <c:pt idx="110">
                  <c:v>325.0</c:v>
                </c:pt>
                <c:pt idx="111">
                  <c:v>328.0</c:v>
                </c:pt>
                <c:pt idx="112">
                  <c:v>331.0</c:v>
                </c:pt>
                <c:pt idx="113">
                  <c:v>334.0</c:v>
                </c:pt>
                <c:pt idx="114">
                  <c:v>337.0</c:v>
                </c:pt>
                <c:pt idx="115">
                  <c:v>340.0</c:v>
                </c:pt>
                <c:pt idx="116">
                  <c:v>343.0</c:v>
                </c:pt>
                <c:pt idx="117">
                  <c:v>346.0</c:v>
                </c:pt>
                <c:pt idx="118">
                  <c:v>349.0</c:v>
                </c:pt>
                <c:pt idx="119">
                  <c:v>351.0</c:v>
                </c:pt>
                <c:pt idx="120">
                  <c:v>354.0</c:v>
                </c:pt>
                <c:pt idx="121">
                  <c:v>357.0</c:v>
                </c:pt>
                <c:pt idx="122">
                  <c:v>360.0</c:v>
                </c:pt>
                <c:pt idx="123">
                  <c:v>363.0</c:v>
                </c:pt>
                <c:pt idx="124">
                  <c:v>366.0</c:v>
                </c:pt>
                <c:pt idx="125">
                  <c:v>369.0</c:v>
                </c:pt>
                <c:pt idx="126">
                  <c:v>372.0</c:v>
                </c:pt>
                <c:pt idx="127">
                  <c:v>375.0</c:v>
                </c:pt>
                <c:pt idx="128">
                  <c:v>378.0</c:v>
                </c:pt>
                <c:pt idx="129">
                  <c:v>381.0</c:v>
                </c:pt>
                <c:pt idx="130">
                  <c:v>384.0</c:v>
                </c:pt>
                <c:pt idx="131">
                  <c:v>387.0</c:v>
                </c:pt>
                <c:pt idx="132">
                  <c:v>390.0</c:v>
                </c:pt>
                <c:pt idx="133">
                  <c:v>393.0</c:v>
                </c:pt>
                <c:pt idx="134">
                  <c:v>396.0</c:v>
                </c:pt>
                <c:pt idx="135">
                  <c:v>399.0</c:v>
                </c:pt>
                <c:pt idx="136">
                  <c:v>401.0</c:v>
                </c:pt>
                <c:pt idx="137">
                  <c:v>404.0</c:v>
                </c:pt>
                <c:pt idx="138">
                  <c:v>407.0</c:v>
                </c:pt>
                <c:pt idx="139">
                  <c:v>410.0</c:v>
                </c:pt>
                <c:pt idx="140">
                  <c:v>413.0</c:v>
                </c:pt>
                <c:pt idx="141">
                  <c:v>416.0</c:v>
                </c:pt>
                <c:pt idx="142">
                  <c:v>419.0</c:v>
                </c:pt>
                <c:pt idx="143">
                  <c:v>422.0</c:v>
                </c:pt>
                <c:pt idx="144">
                  <c:v>425.0</c:v>
                </c:pt>
                <c:pt idx="145">
                  <c:v>428.0</c:v>
                </c:pt>
                <c:pt idx="146">
                  <c:v>431.0</c:v>
                </c:pt>
                <c:pt idx="147">
                  <c:v>434.0</c:v>
                </c:pt>
                <c:pt idx="148">
                  <c:v>437.0</c:v>
                </c:pt>
                <c:pt idx="149">
                  <c:v>440.0</c:v>
                </c:pt>
                <c:pt idx="150">
                  <c:v>443.0</c:v>
                </c:pt>
                <c:pt idx="151">
                  <c:v>446.0</c:v>
                </c:pt>
                <c:pt idx="152">
                  <c:v>449.0</c:v>
                </c:pt>
                <c:pt idx="153">
                  <c:v>451.0</c:v>
                </c:pt>
                <c:pt idx="154">
                  <c:v>454.0</c:v>
                </c:pt>
                <c:pt idx="155">
                  <c:v>457.0</c:v>
                </c:pt>
                <c:pt idx="156">
                  <c:v>460.0</c:v>
                </c:pt>
                <c:pt idx="157">
                  <c:v>463.0</c:v>
                </c:pt>
                <c:pt idx="158">
                  <c:v>466.0</c:v>
                </c:pt>
                <c:pt idx="159">
                  <c:v>469.0</c:v>
                </c:pt>
                <c:pt idx="160">
                  <c:v>472.0</c:v>
                </c:pt>
                <c:pt idx="161">
                  <c:v>475.0</c:v>
                </c:pt>
                <c:pt idx="162">
                  <c:v>478.0</c:v>
                </c:pt>
                <c:pt idx="163">
                  <c:v>481.0</c:v>
                </c:pt>
                <c:pt idx="164">
                  <c:v>484.0</c:v>
                </c:pt>
                <c:pt idx="165">
                  <c:v>487.0</c:v>
                </c:pt>
                <c:pt idx="166">
                  <c:v>490.0</c:v>
                </c:pt>
                <c:pt idx="167">
                  <c:v>493.0</c:v>
                </c:pt>
                <c:pt idx="168">
                  <c:v>496.0</c:v>
                </c:pt>
                <c:pt idx="169">
                  <c:v>499.0</c:v>
                </c:pt>
                <c:pt idx="170">
                  <c:v>501.0</c:v>
                </c:pt>
                <c:pt idx="171">
                  <c:v>504.0</c:v>
                </c:pt>
                <c:pt idx="172">
                  <c:v>507.0</c:v>
                </c:pt>
                <c:pt idx="173">
                  <c:v>510.0</c:v>
                </c:pt>
                <c:pt idx="174">
                  <c:v>513.0</c:v>
                </c:pt>
                <c:pt idx="175">
                  <c:v>516.0</c:v>
                </c:pt>
                <c:pt idx="176">
                  <c:v>519.0</c:v>
                </c:pt>
                <c:pt idx="177">
                  <c:v>522.0</c:v>
                </c:pt>
                <c:pt idx="178">
                  <c:v>525.0</c:v>
                </c:pt>
                <c:pt idx="179">
                  <c:v>528.0</c:v>
                </c:pt>
                <c:pt idx="180">
                  <c:v>531.0</c:v>
                </c:pt>
                <c:pt idx="181">
                  <c:v>534.0</c:v>
                </c:pt>
                <c:pt idx="182">
                  <c:v>537.0</c:v>
                </c:pt>
                <c:pt idx="183">
                  <c:v>540.0</c:v>
                </c:pt>
                <c:pt idx="184">
                  <c:v>543.0</c:v>
                </c:pt>
                <c:pt idx="185">
                  <c:v>546.0</c:v>
                </c:pt>
                <c:pt idx="186">
                  <c:v>549.0</c:v>
                </c:pt>
                <c:pt idx="187">
                  <c:v>551.0</c:v>
                </c:pt>
                <c:pt idx="188">
                  <c:v>554.0</c:v>
                </c:pt>
                <c:pt idx="189">
                  <c:v>557.0</c:v>
                </c:pt>
                <c:pt idx="190">
                  <c:v>560.0</c:v>
                </c:pt>
                <c:pt idx="191">
                  <c:v>563.0</c:v>
                </c:pt>
                <c:pt idx="192">
                  <c:v>566.0</c:v>
                </c:pt>
                <c:pt idx="193">
                  <c:v>569.0</c:v>
                </c:pt>
                <c:pt idx="194">
                  <c:v>572.0</c:v>
                </c:pt>
                <c:pt idx="195">
                  <c:v>575.0</c:v>
                </c:pt>
                <c:pt idx="196">
                  <c:v>578.0</c:v>
                </c:pt>
                <c:pt idx="197">
                  <c:v>581.0</c:v>
                </c:pt>
                <c:pt idx="198">
                  <c:v>584.0</c:v>
                </c:pt>
                <c:pt idx="199">
                  <c:v>587.0</c:v>
                </c:pt>
                <c:pt idx="200">
                  <c:v>590.0</c:v>
                </c:pt>
                <c:pt idx="201">
                  <c:v>593.0</c:v>
                </c:pt>
                <c:pt idx="202">
                  <c:v>596.0</c:v>
                </c:pt>
                <c:pt idx="203">
                  <c:v>599.0</c:v>
                </c:pt>
                <c:pt idx="204">
                  <c:v>601.0</c:v>
                </c:pt>
                <c:pt idx="205">
                  <c:v>604.0</c:v>
                </c:pt>
                <c:pt idx="206">
                  <c:v>607.0</c:v>
                </c:pt>
                <c:pt idx="207">
                  <c:v>610.0</c:v>
                </c:pt>
                <c:pt idx="208">
                  <c:v>613.0</c:v>
                </c:pt>
                <c:pt idx="209">
                  <c:v>616.0</c:v>
                </c:pt>
                <c:pt idx="210">
                  <c:v>619.0</c:v>
                </c:pt>
                <c:pt idx="211">
                  <c:v>622.0</c:v>
                </c:pt>
                <c:pt idx="212">
                  <c:v>625.0</c:v>
                </c:pt>
                <c:pt idx="213">
                  <c:v>628.0</c:v>
                </c:pt>
                <c:pt idx="214">
                  <c:v>631.0</c:v>
                </c:pt>
                <c:pt idx="215">
                  <c:v>634.0</c:v>
                </c:pt>
                <c:pt idx="216">
                  <c:v>637.0</c:v>
                </c:pt>
                <c:pt idx="217">
                  <c:v>640.0</c:v>
                </c:pt>
                <c:pt idx="218">
                  <c:v>643.0</c:v>
                </c:pt>
                <c:pt idx="219">
                  <c:v>646.0</c:v>
                </c:pt>
                <c:pt idx="220">
                  <c:v>649.0</c:v>
                </c:pt>
                <c:pt idx="221">
                  <c:v>651.0</c:v>
                </c:pt>
                <c:pt idx="222">
                  <c:v>654.0</c:v>
                </c:pt>
                <c:pt idx="223">
                  <c:v>657.0</c:v>
                </c:pt>
                <c:pt idx="224">
                  <c:v>660.0</c:v>
                </c:pt>
                <c:pt idx="225">
                  <c:v>663.0</c:v>
                </c:pt>
                <c:pt idx="226">
                  <c:v>666.0</c:v>
                </c:pt>
                <c:pt idx="227">
                  <c:v>669.0</c:v>
                </c:pt>
                <c:pt idx="228">
                  <c:v>672.0</c:v>
                </c:pt>
                <c:pt idx="229">
                  <c:v>675.0</c:v>
                </c:pt>
                <c:pt idx="230">
                  <c:v>678.0</c:v>
                </c:pt>
                <c:pt idx="231">
                  <c:v>681.0</c:v>
                </c:pt>
                <c:pt idx="232">
                  <c:v>684.0</c:v>
                </c:pt>
                <c:pt idx="233">
                  <c:v>687.0</c:v>
                </c:pt>
                <c:pt idx="234">
                  <c:v>690.0</c:v>
                </c:pt>
                <c:pt idx="235">
                  <c:v>693.0</c:v>
                </c:pt>
                <c:pt idx="236">
                  <c:v>696.0</c:v>
                </c:pt>
                <c:pt idx="237">
                  <c:v>699.0</c:v>
                </c:pt>
                <c:pt idx="238">
                  <c:v>701.0</c:v>
                </c:pt>
                <c:pt idx="239">
                  <c:v>704.0</c:v>
                </c:pt>
                <c:pt idx="240">
                  <c:v>707.0</c:v>
                </c:pt>
                <c:pt idx="241">
                  <c:v>710.0</c:v>
                </c:pt>
                <c:pt idx="242">
                  <c:v>713.0</c:v>
                </c:pt>
                <c:pt idx="243">
                  <c:v>716.0</c:v>
                </c:pt>
                <c:pt idx="244">
                  <c:v>719.0</c:v>
                </c:pt>
                <c:pt idx="245">
                  <c:v>722.0</c:v>
                </c:pt>
                <c:pt idx="246">
                  <c:v>725.0</c:v>
                </c:pt>
                <c:pt idx="247">
                  <c:v>728.0</c:v>
                </c:pt>
                <c:pt idx="248">
                  <c:v>731.0</c:v>
                </c:pt>
                <c:pt idx="249">
                  <c:v>734.0</c:v>
                </c:pt>
                <c:pt idx="250">
                  <c:v>737.0</c:v>
                </c:pt>
                <c:pt idx="251">
                  <c:v>740.0</c:v>
                </c:pt>
                <c:pt idx="252">
                  <c:v>743.0</c:v>
                </c:pt>
                <c:pt idx="253">
                  <c:v>746.0</c:v>
                </c:pt>
                <c:pt idx="254">
                  <c:v>749.0</c:v>
                </c:pt>
                <c:pt idx="255">
                  <c:v>751.0</c:v>
                </c:pt>
                <c:pt idx="256">
                  <c:v>754.0</c:v>
                </c:pt>
                <c:pt idx="257">
                  <c:v>757.0</c:v>
                </c:pt>
                <c:pt idx="258">
                  <c:v>760.0</c:v>
                </c:pt>
                <c:pt idx="259">
                  <c:v>763.0</c:v>
                </c:pt>
                <c:pt idx="260">
                  <c:v>766.0</c:v>
                </c:pt>
                <c:pt idx="261">
                  <c:v>769.0</c:v>
                </c:pt>
                <c:pt idx="262">
                  <c:v>772.0</c:v>
                </c:pt>
                <c:pt idx="263">
                  <c:v>775.0</c:v>
                </c:pt>
                <c:pt idx="264">
                  <c:v>778.0</c:v>
                </c:pt>
                <c:pt idx="265">
                  <c:v>781.0</c:v>
                </c:pt>
                <c:pt idx="266">
                  <c:v>784.0</c:v>
                </c:pt>
                <c:pt idx="267">
                  <c:v>787.0</c:v>
                </c:pt>
                <c:pt idx="268">
                  <c:v>790.0</c:v>
                </c:pt>
                <c:pt idx="269">
                  <c:v>793.0</c:v>
                </c:pt>
                <c:pt idx="270">
                  <c:v>796.0</c:v>
                </c:pt>
                <c:pt idx="271">
                  <c:v>799.0</c:v>
                </c:pt>
                <c:pt idx="272">
                  <c:v>801.0</c:v>
                </c:pt>
                <c:pt idx="273">
                  <c:v>804.0</c:v>
                </c:pt>
                <c:pt idx="274">
                  <c:v>807.0</c:v>
                </c:pt>
                <c:pt idx="275">
                  <c:v>810.0</c:v>
                </c:pt>
                <c:pt idx="276">
                  <c:v>813.0</c:v>
                </c:pt>
                <c:pt idx="277">
                  <c:v>816.0</c:v>
                </c:pt>
                <c:pt idx="278">
                  <c:v>819.0</c:v>
                </c:pt>
                <c:pt idx="279">
                  <c:v>822.0</c:v>
                </c:pt>
                <c:pt idx="280">
                  <c:v>825.0</c:v>
                </c:pt>
                <c:pt idx="281">
                  <c:v>828.0</c:v>
                </c:pt>
                <c:pt idx="282">
                  <c:v>831.0</c:v>
                </c:pt>
                <c:pt idx="283">
                  <c:v>834.0</c:v>
                </c:pt>
                <c:pt idx="284">
                  <c:v>837.0</c:v>
                </c:pt>
                <c:pt idx="285">
                  <c:v>840.0</c:v>
                </c:pt>
                <c:pt idx="286">
                  <c:v>843.0</c:v>
                </c:pt>
                <c:pt idx="287">
                  <c:v>846.0</c:v>
                </c:pt>
                <c:pt idx="288">
                  <c:v>849.0</c:v>
                </c:pt>
                <c:pt idx="289">
                  <c:v>851.0</c:v>
                </c:pt>
                <c:pt idx="290">
                  <c:v>854.0</c:v>
                </c:pt>
                <c:pt idx="291">
                  <c:v>857.0</c:v>
                </c:pt>
                <c:pt idx="292">
                  <c:v>860.0</c:v>
                </c:pt>
                <c:pt idx="293">
                  <c:v>863.0</c:v>
                </c:pt>
                <c:pt idx="294">
                  <c:v>866.0</c:v>
                </c:pt>
                <c:pt idx="295">
                  <c:v>869.0</c:v>
                </c:pt>
                <c:pt idx="296">
                  <c:v>872.0</c:v>
                </c:pt>
                <c:pt idx="297">
                  <c:v>875.0</c:v>
                </c:pt>
                <c:pt idx="298">
                  <c:v>878.0</c:v>
                </c:pt>
                <c:pt idx="299">
                  <c:v>881.0</c:v>
                </c:pt>
                <c:pt idx="300">
                  <c:v>884.0</c:v>
                </c:pt>
                <c:pt idx="301">
                  <c:v>887.0</c:v>
                </c:pt>
                <c:pt idx="302">
                  <c:v>890.0</c:v>
                </c:pt>
                <c:pt idx="303">
                  <c:v>893.0</c:v>
                </c:pt>
                <c:pt idx="304">
                  <c:v>896.0</c:v>
                </c:pt>
                <c:pt idx="305">
                  <c:v>899.0</c:v>
                </c:pt>
              </c:numCache>
            </c:numRef>
          </c:xVal>
          <c:yVal>
            <c:numRef>
              <c:f>Sheet1!$B$310:$B$615</c:f>
              <c:numCache>
                <c:formatCode>General</c:formatCode>
                <c:ptCount val="306"/>
                <c:pt idx="0">
                  <c:v>5.3613e-06</c:v>
                </c:pt>
                <c:pt idx="1">
                  <c:v>1.5854e-06</c:v>
                </c:pt>
                <c:pt idx="2">
                  <c:v>1.2186e-06</c:v>
                </c:pt>
                <c:pt idx="3">
                  <c:v>9.122e-07</c:v>
                </c:pt>
                <c:pt idx="4">
                  <c:v>6.381e-07</c:v>
                </c:pt>
                <c:pt idx="5">
                  <c:v>4.3343e-07</c:v>
                </c:pt>
                <c:pt idx="6">
                  <c:v>2.9116e-07</c:v>
                </c:pt>
                <c:pt idx="7">
                  <c:v>1.9543e-07</c:v>
                </c:pt>
                <c:pt idx="8">
                  <c:v>1.3305e-07</c:v>
                </c:pt>
                <c:pt idx="9">
                  <c:v>9.4186e-08</c:v>
                </c:pt>
                <c:pt idx="10">
                  <c:v>7.6009e-08</c:v>
                </c:pt>
                <c:pt idx="11">
                  <c:v>6.7657e-08</c:v>
                </c:pt>
                <c:pt idx="12">
                  <c:v>5.609e-08</c:v>
                </c:pt>
                <c:pt idx="13">
                  <c:v>4.3867e-08</c:v>
                </c:pt>
                <c:pt idx="14">
                  <c:v>3.5178e-08</c:v>
                </c:pt>
                <c:pt idx="15">
                  <c:v>2.9749e-08</c:v>
                </c:pt>
                <c:pt idx="16">
                  <c:v>2.9676e-08</c:v>
                </c:pt>
                <c:pt idx="17">
                  <c:v>3.2951e-08</c:v>
                </c:pt>
                <c:pt idx="18">
                  <c:v>3.7668e-08</c:v>
                </c:pt>
                <c:pt idx="19">
                  <c:v>4.0512e-08</c:v>
                </c:pt>
                <c:pt idx="20">
                  <c:v>4.0659e-08</c:v>
                </c:pt>
                <c:pt idx="21">
                  <c:v>3.465e-08</c:v>
                </c:pt>
                <c:pt idx="22">
                  <c:v>2.6034e-08</c:v>
                </c:pt>
                <c:pt idx="23">
                  <c:v>2.1111e-08</c:v>
                </c:pt>
                <c:pt idx="24">
                  <c:v>1.6783e-08</c:v>
                </c:pt>
                <c:pt idx="25">
                  <c:v>1.2846e-08</c:v>
                </c:pt>
                <c:pt idx="26">
                  <c:v>1.1819e-08</c:v>
                </c:pt>
                <c:pt idx="27">
                  <c:v>1.2998e-08</c:v>
                </c:pt>
                <c:pt idx="28">
                  <c:v>1.2849e-08</c:v>
                </c:pt>
                <c:pt idx="29">
                  <c:v>1.1457e-08</c:v>
                </c:pt>
                <c:pt idx="30">
                  <c:v>9.7746e-09</c:v>
                </c:pt>
                <c:pt idx="31">
                  <c:v>8.3349e-09</c:v>
                </c:pt>
                <c:pt idx="32">
                  <c:v>7.1018e-09</c:v>
                </c:pt>
                <c:pt idx="33">
                  <c:v>6.0335e-09</c:v>
                </c:pt>
                <c:pt idx="34">
                  <c:v>5.3023e-09</c:v>
                </c:pt>
                <c:pt idx="35">
                  <c:v>4.4684e-09</c:v>
                </c:pt>
                <c:pt idx="36">
                  <c:v>3.7615e-09</c:v>
                </c:pt>
                <c:pt idx="37">
                  <c:v>3.4372e-09</c:v>
                </c:pt>
                <c:pt idx="38">
                  <c:v>3.4005e-09</c:v>
                </c:pt>
                <c:pt idx="39">
                  <c:v>3.1413e-09</c:v>
                </c:pt>
                <c:pt idx="40">
                  <c:v>2.6445e-09</c:v>
                </c:pt>
                <c:pt idx="41">
                  <c:v>2.3068e-09</c:v>
                </c:pt>
                <c:pt idx="42">
                  <c:v>2.1429e-09</c:v>
                </c:pt>
                <c:pt idx="43">
                  <c:v>2.1653e-09</c:v>
                </c:pt>
                <c:pt idx="44">
                  <c:v>2.3958e-09</c:v>
                </c:pt>
                <c:pt idx="45">
                  <c:v>2.601e-09</c:v>
                </c:pt>
                <c:pt idx="46">
                  <c:v>2.7384e-09</c:v>
                </c:pt>
                <c:pt idx="47">
                  <c:v>2.7476e-09</c:v>
                </c:pt>
                <c:pt idx="48">
                  <c:v>2.642e-09</c:v>
                </c:pt>
                <c:pt idx="49">
                  <c:v>2.4225e-09</c:v>
                </c:pt>
                <c:pt idx="50">
                  <c:v>2.2233e-09</c:v>
                </c:pt>
                <c:pt idx="51">
                  <c:v>2.0474e-09</c:v>
                </c:pt>
                <c:pt idx="52">
                  <c:v>4.8812e-06</c:v>
                </c:pt>
                <c:pt idx="53">
                  <c:v>3.0297e-06</c:v>
                </c:pt>
                <c:pt idx="54">
                  <c:v>2.043e-06</c:v>
                </c:pt>
                <c:pt idx="55">
                  <c:v>1.0361e-06</c:v>
                </c:pt>
                <c:pt idx="56">
                  <c:v>5.4686e-07</c:v>
                </c:pt>
                <c:pt idx="57">
                  <c:v>3.2611e-07</c:v>
                </c:pt>
                <c:pt idx="58">
                  <c:v>2.0782e-07</c:v>
                </c:pt>
                <c:pt idx="59">
                  <c:v>1.3916e-07</c:v>
                </c:pt>
                <c:pt idx="60">
                  <c:v>9.553e-08</c:v>
                </c:pt>
                <c:pt idx="61">
                  <c:v>6.569e-08</c:v>
                </c:pt>
                <c:pt idx="62">
                  <c:v>4.5325e-08</c:v>
                </c:pt>
                <c:pt idx="63">
                  <c:v>3.2226e-08</c:v>
                </c:pt>
                <c:pt idx="64">
                  <c:v>2.4442e-08</c:v>
                </c:pt>
                <c:pt idx="65">
                  <c:v>1.8974e-08</c:v>
                </c:pt>
                <c:pt idx="66">
                  <c:v>1.4803e-08</c:v>
                </c:pt>
                <c:pt idx="67">
                  <c:v>1.244e-08</c:v>
                </c:pt>
                <c:pt idx="68">
                  <c:v>1.1713e-08</c:v>
                </c:pt>
                <c:pt idx="69">
                  <c:v>1.0778e-08</c:v>
                </c:pt>
                <c:pt idx="70">
                  <c:v>9.6015e-09</c:v>
                </c:pt>
                <c:pt idx="71">
                  <c:v>8.3386e-09</c:v>
                </c:pt>
                <c:pt idx="72">
                  <c:v>7.3157e-09</c:v>
                </c:pt>
                <c:pt idx="73">
                  <c:v>6.5051e-09</c:v>
                </c:pt>
                <c:pt idx="74">
                  <c:v>5.7659e-09</c:v>
                </c:pt>
                <c:pt idx="75">
                  <c:v>5.1025e-09</c:v>
                </c:pt>
                <c:pt idx="76">
                  <c:v>4.4522e-09</c:v>
                </c:pt>
                <c:pt idx="77">
                  <c:v>3.8634e-09</c:v>
                </c:pt>
                <c:pt idx="78">
                  <c:v>3.4149e-09</c:v>
                </c:pt>
                <c:pt idx="79">
                  <c:v>3.1154e-09</c:v>
                </c:pt>
                <c:pt idx="80">
                  <c:v>2.7919e-09</c:v>
                </c:pt>
                <c:pt idx="81">
                  <c:v>2.4685e-09</c:v>
                </c:pt>
                <c:pt idx="82">
                  <c:v>2.3207e-09</c:v>
                </c:pt>
                <c:pt idx="83">
                  <c:v>2.1875e-09</c:v>
                </c:pt>
                <c:pt idx="84">
                  <c:v>2.0332e-09</c:v>
                </c:pt>
                <c:pt idx="85">
                  <c:v>2.007e-09</c:v>
                </c:pt>
                <c:pt idx="86">
                  <c:v>1.9261e-09</c:v>
                </c:pt>
                <c:pt idx="87">
                  <c:v>1.9144e-09</c:v>
                </c:pt>
                <c:pt idx="88">
                  <c:v>1.8425e-09</c:v>
                </c:pt>
                <c:pt idx="89">
                  <c:v>1.705e-09</c:v>
                </c:pt>
                <c:pt idx="90">
                  <c:v>1.6906e-09</c:v>
                </c:pt>
                <c:pt idx="91">
                  <c:v>1.7338e-09</c:v>
                </c:pt>
                <c:pt idx="92">
                  <c:v>1.6692e-09</c:v>
                </c:pt>
                <c:pt idx="93">
                  <c:v>1.5225e-09</c:v>
                </c:pt>
                <c:pt idx="94">
                  <c:v>1.5598e-09</c:v>
                </c:pt>
                <c:pt idx="95">
                  <c:v>1.4517e-09</c:v>
                </c:pt>
                <c:pt idx="96">
                  <c:v>1.4888e-09</c:v>
                </c:pt>
                <c:pt idx="97">
                  <c:v>1.4828e-09</c:v>
                </c:pt>
                <c:pt idx="98">
                  <c:v>1.5941e-09</c:v>
                </c:pt>
                <c:pt idx="99">
                  <c:v>1.5984e-09</c:v>
                </c:pt>
                <c:pt idx="100">
                  <c:v>1.6144e-09</c:v>
                </c:pt>
                <c:pt idx="101">
                  <c:v>1.7038e-09</c:v>
                </c:pt>
                <c:pt idx="102">
                  <c:v>1.8005e-09</c:v>
                </c:pt>
                <c:pt idx="103">
                  <c:v>6.0757e-06</c:v>
                </c:pt>
                <c:pt idx="104">
                  <c:v>3.5858e-06</c:v>
                </c:pt>
                <c:pt idx="105">
                  <c:v>2.3904e-06</c:v>
                </c:pt>
                <c:pt idx="106">
                  <c:v>1.3877e-06</c:v>
                </c:pt>
                <c:pt idx="107">
                  <c:v>9.0617e-07</c:v>
                </c:pt>
                <c:pt idx="108">
                  <c:v>6.9062e-07</c:v>
                </c:pt>
                <c:pt idx="109">
                  <c:v>5.7867e-07</c:v>
                </c:pt>
                <c:pt idx="110">
                  <c:v>5.2069e-07</c:v>
                </c:pt>
                <c:pt idx="111">
                  <c:v>4.7706e-07</c:v>
                </c:pt>
                <c:pt idx="112">
                  <c:v>4.3076e-07</c:v>
                </c:pt>
                <c:pt idx="113">
                  <c:v>3.9486e-07</c:v>
                </c:pt>
                <c:pt idx="114">
                  <c:v>3.5e-07</c:v>
                </c:pt>
                <c:pt idx="115">
                  <c:v>3.1359e-07</c:v>
                </c:pt>
                <c:pt idx="116">
                  <c:v>2.7154e-07</c:v>
                </c:pt>
                <c:pt idx="117">
                  <c:v>3.3718e-07</c:v>
                </c:pt>
                <c:pt idx="118">
                  <c:v>5.107e-07</c:v>
                </c:pt>
                <c:pt idx="119">
                  <c:v>5.0167e-07</c:v>
                </c:pt>
                <c:pt idx="120">
                  <c:v>3.8136e-07</c:v>
                </c:pt>
                <c:pt idx="121">
                  <c:v>2.7934e-07</c:v>
                </c:pt>
                <c:pt idx="122">
                  <c:v>2.3898e-07</c:v>
                </c:pt>
                <c:pt idx="123">
                  <c:v>2.415e-07</c:v>
                </c:pt>
                <c:pt idx="124">
                  <c:v>2.3624e-07</c:v>
                </c:pt>
                <c:pt idx="125">
                  <c:v>2.0416e-07</c:v>
                </c:pt>
                <c:pt idx="126">
                  <c:v>1.6419e-07</c:v>
                </c:pt>
                <c:pt idx="127">
                  <c:v>1.5699e-07</c:v>
                </c:pt>
                <c:pt idx="128">
                  <c:v>1.9553e-07</c:v>
                </c:pt>
                <c:pt idx="129">
                  <c:v>2.2961e-07</c:v>
                </c:pt>
                <c:pt idx="130">
                  <c:v>2.6218e-07</c:v>
                </c:pt>
                <c:pt idx="131">
                  <c:v>2.9538e-07</c:v>
                </c:pt>
                <c:pt idx="132">
                  <c:v>2.6783e-07</c:v>
                </c:pt>
                <c:pt idx="133">
                  <c:v>3.1893e-07</c:v>
                </c:pt>
                <c:pt idx="134">
                  <c:v>4.5554e-07</c:v>
                </c:pt>
                <c:pt idx="135">
                  <c:v>4.0829e-07</c:v>
                </c:pt>
                <c:pt idx="136">
                  <c:v>3.5017e-07</c:v>
                </c:pt>
                <c:pt idx="137">
                  <c:v>3.1504e-07</c:v>
                </c:pt>
                <c:pt idx="138">
                  <c:v>3.4023e-07</c:v>
                </c:pt>
                <c:pt idx="139">
                  <c:v>3.2696e-07</c:v>
                </c:pt>
                <c:pt idx="140">
                  <c:v>2.6194e-07</c:v>
                </c:pt>
                <c:pt idx="141">
                  <c:v>2.407e-07</c:v>
                </c:pt>
                <c:pt idx="142">
                  <c:v>3.2908e-07</c:v>
                </c:pt>
                <c:pt idx="143">
                  <c:v>3.2513e-07</c:v>
                </c:pt>
                <c:pt idx="144">
                  <c:v>2.7716e-07</c:v>
                </c:pt>
                <c:pt idx="145">
                  <c:v>2.2985e-07</c:v>
                </c:pt>
                <c:pt idx="146">
                  <c:v>1.9179e-07</c:v>
                </c:pt>
                <c:pt idx="147">
                  <c:v>1.7899e-07</c:v>
                </c:pt>
                <c:pt idx="148">
                  <c:v>1.6808e-07</c:v>
                </c:pt>
                <c:pt idx="149">
                  <c:v>1.5512e-07</c:v>
                </c:pt>
                <c:pt idx="150">
                  <c:v>1.7066e-07</c:v>
                </c:pt>
                <c:pt idx="151">
                  <c:v>2.0789e-07</c:v>
                </c:pt>
                <c:pt idx="152">
                  <c:v>2.3356e-07</c:v>
                </c:pt>
                <c:pt idx="153">
                  <c:v>2.3973e-07</c:v>
                </c:pt>
                <c:pt idx="154">
                  <c:v>2.7624e-07</c:v>
                </c:pt>
                <c:pt idx="155">
                  <c:v>2.9477e-07</c:v>
                </c:pt>
                <c:pt idx="156">
                  <c:v>2.5356e-07</c:v>
                </c:pt>
                <c:pt idx="157">
                  <c:v>3.7724e-07</c:v>
                </c:pt>
                <c:pt idx="158">
                  <c:v>4.536e-07</c:v>
                </c:pt>
                <c:pt idx="159">
                  <c:v>3.8015e-07</c:v>
                </c:pt>
                <c:pt idx="160">
                  <c:v>3.1131e-07</c:v>
                </c:pt>
                <c:pt idx="161">
                  <c:v>3.0109e-07</c:v>
                </c:pt>
                <c:pt idx="162">
                  <c:v>3.422e-07</c:v>
                </c:pt>
                <c:pt idx="163">
                  <c:v>3.5259e-07</c:v>
                </c:pt>
                <c:pt idx="164">
                  <c:v>2.7095e-07</c:v>
                </c:pt>
                <c:pt idx="165">
                  <c:v>2.3564e-07</c:v>
                </c:pt>
                <c:pt idx="166">
                  <c:v>3.1927e-07</c:v>
                </c:pt>
                <c:pt idx="167">
                  <c:v>3.5394e-07</c:v>
                </c:pt>
                <c:pt idx="168">
                  <c:v>2.9859e-07</c:v>
                </c:pt>
                <c:pt idx="169">
                  <c:v>2.3652e-07</c:v>
                </c:pt>
                <c:pt idx="170">
                  <c:v>2.0622e-07</c:v>
                </c:pt>
                <c:pt idx="171">
                  <c:v>1.81e-07</c:v>
                </c:pt>
                <c:pt idx="172">
                  <c:v>1.6659e-07</c:v>
                </c:pt>
                <c:pt idx="173">
                  <c:v>1.545e-07</c:v>
                </c:pt>
                <c:pt idx="174">
                  <c:v>1.6378e-07</c:v>
                </c:pt>
                <c:pt idx="175">
                  <c:v>2.0165e-07</c:v>
                </c:pt>
                <c:pt idx="176">
                  <c:v>2.373e-07</c:v>
                </c:pt>
                <c:pt idx="177">
                  <c:v>2.5969e-07</c:v>
                </c:pt>
                <c:pt idx="178">
                  <c:v>2.8858e-07</c:v>
                </c:pt>
                <c:pt idx="179">
                  <c:v>2.833e-07</c:v>
                </c:pt>
                <c:pt idx="180">
                  <c:v>2.6239e-07</c:v>
                </c:pt>
                <c:pt idx="181">
                  <c:v>4.3378e-07</c:v>
                </c:pt>
                <c:pt idx="182">
                  <c:v>4.5799e-07</c:v>
                </c:pt>
                <c:pt idx="183">
                  <c:v>3.6637e-07</c:v>
                </c:pt>
                <c:pt idx="184">
                  <c:v>2.9651e-07</c:v>
                </c:pt>
                <c:pt idx="185">
                  <c:v>2.9815e-07</c:v>
                </c:pt>
                <c:pt idx="186">
                  <c:v>3.4215e-07</c:v>
                </c:pt>
                <c:pt idx="187">
                  <c:v>3.6937e-07</c:v>
                </c:pt>
                <c:pt idx="188">
                  <c:v>3.424e-07</c:v>
                </c:pt>
                <c:pt idx="189">
                  <c:v>2.7394e-07</c:v>
                </c:pt>
                <c:pt idx="190">
                  <c:v>2.3943e-07</c:v>
                </c:pt>
                <c:pt idx="191">
                  <c:v>3.381e-07</c:v>
                </c:pt>
                <c:pt idx="192">
                  <c:v>3.3783e-07</c:v>
                </c:pt>
                <c:pt idx="193">
                  <c:v>2.659e-07</c:v>
                </c:pt>
                <c:pt idx="194">
                  <c:v>2.0258e-07</c:v>
                </c:pt>
                <c:pt idx="195">
                  <c:v>1.7681e-07</c:v>
                </c:pt>
                <c:pt idx="196">
                  <c:v>1.607e-07</c:v>
                </c:pt>
                <c:pt idx="197">
                  <c:v>1.4492e-07</c:v>
                </c:pt>
                <c:pt idx="198">
                  <c:v>1.4936e-07</c:v>
                </c:pt>
                <c:pt idx="199">
                  <c:v>1.8583e-07</c:v>
                </c:pt>
                <c:pt idx="200">
                  <c:v>2.314e-07</c:v>
                </c:pt>
                <c:pt idx="201">
                  <c:v>2.6775e-07</c:v>
                </c:pt>
                <c:pt idx="202">
                  <c:v>2.976e-07</c:v>
                </c:pt>
                <c:pt idx="203">
                  <c:v>2.7947e-07</c:v>
                </c:pt>
                <c:pt idx="204">
                  <c:v>2.508e-07</c:v>
                </c:pt>
                <c:pt idx="205">
                  <c:v>3.6332e-07</c:v>
                </c:pt>
                <c:pt idx="206">
                  <c:v>4.8418e-07</c:v>
                </c:pt>
                <c:pt idx="207">
                  <c:v>4.1012e-07</c:v>
                </c:pt>
                <c:pt idx="208">
                  <c:v>3.1384e-07</c:v>
                </c:pt>
                <c:pt idx="209">
                  <c:v>2.7337e-07</c:v>
                </c:pt>
                <c:pt idx="210">
                  <c:v>3.0328e-07</c:v>
                </c:pt>
                <c:pt idx="211">
                  <c:v>3.4978e-07</c:v>
                </c:pt>
                <c:pt idx="212">
                  <c:v>3.8692e-07</c:v>
                </c:pt>
                <c:pt idx="213">
                  <c:v>3.5255e-07</c:v>
                </c:pt>
                <c:pt idx="214">
                  <c:v>2.7934e-07</c:v>
                </c:pt>
                <c:pt idx="215">
                  <c:v>3.0114e-07</c:v>
                </c:pt>
                <c:pt idx="216">
                  <c:v>4.2102e-07</c:v>
                </c:pt>
                <c:pt idx="217">
                  <c:v>3.716e-07</c:v>
                </c:pt>
                <c:pt idx="218">
                  <c:v>2.8685e-07</c:v>
                </c:pt>
                <c:pt idx="219">
                  <c:v>2.3116e-07</c:v>
                </c:pt>
                <c:pt idx="220">
                  <c:v>1.9835e-07</c:v>
                </c:pt>
                <c:pt idx="221">
                  <c:v>1.8384e-07</c:v>
                </c:pt>
                <c:pt idx="222">
                  <c:v>1.729e-07</c:v>
                </c:pt>
                <c:pt idx="223">
                  <c:v>1.8509e-07</c:v>
                </c:pt>
                <c:pt idx="224">
                  <c:v>2.2303e-07</c:v>
                </c:pt>
                <c:pt idx="225">
                  <c:v>2.5716e-07</c:v>
                </c:pt>
                <c:pt idx="226">
                  <c:v>2.8609e-07</c:v>
                </c:pt>
                <c:pt idx="227">
                  <c:v>2.9928e-07</c:v>
                </c:pt>
                <c:pt idx="228">
                  <c:v>2.5724e-07</c:v>
                </c:pt>
                <c:pt idx="229">
                  <c:v>3.0991e-07</c:v>
                </c:pt>
                <c:pt idx="230">
                  <c:v>4.7406e-07</c:v>
                </c:pt>
                <c:pt idx="231">
                  <c:v>4.3324e-07</c:v>
                </c:pt>
                <c:pt idx="232">
                  <c:v>3.3487e-07</c:v>
                </c:pt>
                <c:pt idx="233">
                  <c:v>2.7814e-07</c:v>
                </c:pt>
                <c:pt idx="234">
                  <c:v>2.9886e-07</c:v>
                </c:pt>
                <c:pt idx="235">
                  <c:v>3.3587e-07</c:v>
                </c:pt>
                <c:pt idx="236">
                  <c:v>3.8026e-07</c:v>
                </c:pt>
                <c:pt idx="237">
                  <c:v>3.7036e-07</c:v>
                </c:pt>
                <c:pt idx="238">
                  <c:v>2.7743e-07</c:v>
                </c:pt>
                <c:pt idx="239">
                  <c:v>2.3544e-07</c:v>
                </c:pt>
                <c:pt idx="240">
                  <c:v>3.3231e-07</c:v>
                </c:pt>
                <c:pt idx="241">
                  <c:v>3.4926e-07</c:v>
                </c:pt>
                <c:pt idx="242">
                  <c:v>2.7439e-07</c:v>
                </c:pt>
                <c:pt idx="243">
                  <c:v>2.0629e-07</c:v>
                </c:pt>
                <c:pt idx="244">
                  <c:v>1.7783e-07</c:v>
                </c:pt>
                <c:pt idx="245">
                  <c:v>1.5968e-07</c:v>
                </c:pt>
                <c:pt idx="246">
                  <c:v>1.4487e-07</c:v>
                </c:pt>
                <c:pt idx="247">
                  <c:v>1.468e-07</c:v>
                </c:pt>
                <c:pt idx="248">
                  <c:v>1.8102e-07</c:v>
                </c:pt>
                <c:pt idx="249">
                  <c:v>2.2662e-07</c:v>
                </c:pt>
                <c:pt idx="250">
                  <c:v>2.7261e-07</c:v>
                </c:pt>
                <c:pt idx="251">
                  <c:v>3.1e-07</c:v>
                </c:pt>
                <c:pt idx="252">
                  <c:v>2.7936e-07</c:v>
                </c:pt>
                <c:pt idx="253">
                  <c:v>2.8785e-07</c:v>
                </c:pt>
                <c:pt idx="254">
                  <c:v>4.7213e-07</c:v>
                </c:pt>
                <c:pt idx="255">
                  <c:v>4.9479e-07</c:v>
                </c:pt>
                <c:pt idx="256">
                  <c:v>4.0564e-07</c:v>
                </c:pt>
                <c:pt idx="257">
                  <c:v>3.0443e-07</c:v>
                </c:pt>
                <c:pt idx="258">
                  <c:v>2.6301e-07</c:v>
                </c:pt>
                <c:pt idx="259">
                  <c:v>2.8948e-07</c:v>
                </c:pt>
                <c:pt idx="260">
                  <c:v>3.3501e-07</c:v>
                </c:pt>
                <c:pt idx="261">
                  <c:v>3.7245e-07</c:v>
                </c:pt>
                <c:pt idx="262">
                  <c:v>3.6291e-07</c:v>
                </c:pt>
                <c:pt idx="263">
                  <c:v>3.0695e-07</c:v>
                </c:pt>
                <c:pt idx="264">
                  <c:v>2.5348e-07</c:v>
                </c:pt>
                <c:pt idx="265">
                  <c:v>3.3784e-07</c:v>
                </c:pt>
                <c:pt idx="266">
                  <c:v>3.5065e-07</c:v>
                </c:pt>
                <c:pt idx="267">
                  <c:v>2.7002e-07</c:v>
                </c:pt>
                <c:pt idx="268">
                  <c:v>2.038e-07</c:v>
                </c:pt>
                <c:pt idx="269">
                  <c:v>1.7608e-07</c:v>
                </c:pt>
                <c:pt idx="270">
                  <c:v>1.5718e-07</c:v>
                </c:pt>
                <c:pt idx="271">
                  <c:v>1.5181e-07</c:v>
                </c:pt>
                <c:pt idx="272">
                  <c:v>1.6307e-07</c:v>
                </c:pt>
                <c:pt idx="273">
                  <c:v>2.0469e-07</c:v>
                </c:pt>
                <c:pt idx="274">
                  <c:v>2.5053e-07</c:v>
                </c:pt>
                <c:pt idx="275">
                  <c:v>2.9637e-07</c:v>
                </c:pt>
                <c:pt idx="276">
                  <c:v>3.1075e-07</c:v>
                </c:pt>
                <c:pt idx="277">
                  <c:v>2.6923e-07</c:v>
                </c:pt>
                <c:pt idx="278">
                  <c:v>3.7555e-07</c:v>
                </c:pt>
                <c:pt idx="279">
                  <c:v>5.0904e-07</c:v>
                </c:pt>
                <c:pt idx="280">
                  <c:v>4.3588e-07</c:v>
                </c:pt>
                <c:pt idx="281">
                  <c:v>3.2577e-07</c:v>
                </c:pt>
                <c:pt idx="282">
                  <c:v>2.6095e-07</c:v>
                </c:pt>
                <c:pt idx="283">
                  <c:v>2.7117e-07</c:v>
                </c:pt>
                <c:pt idx="284">
                  <c:v>3.0735e-07</c:v>
                </c:pt>
                <c:pt idx="285">
                  <c:v>3.5272e-07</c:v>
                </c:pt>
                <c:pt idx="286">
                  <c:v>3.8569e-07</c:v>
                </c:pt>
                <c:pt idx="287">
                  <c:v>3.5577e-07</c:v>
                </c:pt>
                <c:pt idx="288">
                  <c:v>2.6433e-07</c:v>
                </c:pt>
                <c:pt idx="289">
                  <c:v>2.5081e-07</c:v>
                </c:pt>
                <c:pt idx="290">
                  <c:v>3.2647e-07</c:v>
                </c:pt>
                <c:pt idx="291">
                  <c:v>3.277e-07</c:v>
                </c:pt>
                <c:pt idx="292">
                  <c:v>2.4804e-07</c:v>
                </c:pt>
                <c:pt idx="293">
                  <c:v>1.8871e-07</c:v>
                </c:pt>
                <c:pt idx="294">
                  <c:v>1.6785e-07</c:v>
                </c:pt>
                <c:pt idx="295">
                  <c:v>1.5503e-07</c:v>
                </c:pt>
                <c:pt idx="296">
                  <c:v>1.595e-07</c:v>
                </c:pt>
                <c:pt idx="297">
                  <c:v>1.8993e-07</c:v>
                </c:pt>
                <c:pt idx="298">
                  <c:v>2.2631e-07</c:v>
                </c:pt>
                <c:pt idx="299">
                  <c:v>2.5727e-07</c:v>
                </c:pt>
                <c:pt idx="300">
                  <c:v>2.7268e-07</c:v>
                </c:pt>
                <c:pt idx="301">
                  <c:v>2.3868e-07</c:v>
                </c:pt>
                <c:pt idx="302">
                  <c:v>3.3535e-07</c:v>
                </c:pt>
                <c:pt idx="303">
                  <c:v>4.7155e-07</c:v>
                </c:pt>
                <c:pt idx="304">
                  <c:v>4.1805e-07</c:v>
                </c:pt>
                <c:pt idx="305">
                  <c:v>3.23e-07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Sheet1!$B$617</c:f>
              <c:strCache>
                <c:ptCount val="1"/>
                <c:pt idx="0">
                  <c:v>y-velocity</c:v>
                </c:pt>
              </c:strCache>
            </c:strRef>
          </c:tx>
          <c:spPr>
            <a:ln w="15875">
              <a:solidFill>
                <a:srgbClr val="2EC4B6"/>
              </a:solidFill>
            </a:ln>
          </c:spPr>
          <c:marker>
            <c:symbol val="none"/>
          </c:marker>
          <c:xVal>
            <c:numRef>
              <c:f>Sheet1!$A$618:$A$923</c:f>
              <c:numCache>
                <c:formatCode>General</c:formatCode>
                <c:ptCount val="306"/>
                <c:pt idx="0">
                  <c:v>1.0</c:v>
                </c:pt>
                <c:pt idx="1">
                  <c:v>4.0</c:v>
                </c:pt>
                <c:pt idx="2">
                  <c:v>7.0</c:v>
                </c:pt>
                <c:pt idx="3">
                  <c:v>10.0</c:v>
                </c:pt>
                <c:pt idx="4">
                  <c:v>13.0</c:v>
                </c:pt>
                <c:pt idx="5">
                  <c:v>16.0</c:v>
                </c:pt>
                <c:pt idx="6">
                  <c:v>19.0</c:v>
                </c:pt>
                <c:pt idx="7">
                  <c:v>22.0</c:v>
                </c:pt>
                <c:pt idx="8">
                  <c:v>25.0</c:v>
                </c:pt>
                <c:pt idx="9">
                  <c:v>28.0</c:v>
                </c:pt>
                <c:pt idx="10">
                  <c:v>31.0</c:v>
                </c:pt>
                <c:pt idx="11">
                  <c:v>34.0</c:v>
                </c:pt>
                <c:pt idx="12">
                  <c:v>37.0</c:v>
                </c:pt>
                <c:pt idx="13">
                  <c:v>40.0</c:v>
                </c:pt>
                <c:pt idx="14">
                  <c:v>43.0</c:v>
                </c:pt>
                <c:pt idx="15">
                  <c:v>46.0</c:v>
                </c:pt>
                <c:pt idx="16">
                  <c:v>49.0</c:v>
                </c:pt>
                <c:pt idx="17">
                  <c:v>51.0</c:v>
                </c:pt>
                <c:pt idx="18">
                  <c:v>54.0</c:v>
                </c:pt>
                <c:pt idx="19">
                  <c:v>57.0</c:v>
                </c:pt>
                <c:pt idx="20">
                  <c:v>60.0</c:v>
                </c:pt>
                <c:pt idx="21">
                  <c:v>63.0</c:v>
                </c:pt>
                <c:pt idx="22">
                  <c:v>66.0</c:v>
                </c:pt>
                <c:pt idx="23">
                  <c:v>69.0</c:v>
                </c:pt>
                <c:pt idx="24">
                  <c:v>72.0</c:v>
                </c:pt>
                <c:pt idx="25">
                  <c:v>75.0</c:v>
                </c:pt>
                <c:pt idx="26">
                  <c:v>78.0</c:v>
                </c:pt>
                <c:pt idx="27">
                  <c:v>81.0</c:v>
                </c:pt>
                <c:pt idx="28">
                  <c:v>84.0</c:v>
                </c:pt>
                <c:pt idx="29">
                  <c:v>87.0</c:v>
                </c:pt>
                <c:pt idx="30">
                  <c:v>90.0</c:v>
                </c:pt>
                <c:pt idx="31">
                  <c:v>93.0</c:v>
                </c:pt>
                <c:pt idx="32">
                  <c:v>96.0</c:v>
                </c:pt>
                <c:pt idx="33">
                  <c:v>99.0</c:v>
                </c:pt>
                <c:pt idx="34">
                  <c:v>101.0</c:v>
                </c:pt>
                <c:pt idx="35">
                  <c:v>104.0</c:v>
                </c:pt>
                <c:pt idx="36">
                  <c:v>107.0</c:v>
                </c:pt>
                <c:pt idx="37">
                  <c:v>110.0</c:v>
                </c:pt>
                <c:pt idx="38">
                  <c:v>113.0</c:v>
                </c:pt>
                <c:pt idx="39">
                  <c:v>116.0</c:v>
                </c:pt>
                <c:pt idx="40">
                  <c:v>119.0</c:v>
                </c:pt>
                <c:pt idx="41">
                  <c:v>122.0</c:v>
                </c:pt>
                <c:pt idx="42">
                  <c:v>125.0</c:v>
                </c:pt>
                <c:pt idx="43">
                  <c:v>128.0</c:v>
                </c:pt>
                <c:pt idx="44">
                  <c:v>131.0</c:v>
                </c:pt>
                <c:pt idx="45">
                  <c:v>134.0</c:v>
                </c:pt>
                <c:pt idx="46">
                  <c:v>137.0</c:v>
                </c:pt>
                <c:pt idx="47">
                  <c:v>140.0</c:v>
                </c:pt>
                <c:pt idx="48">
                  <c:v>143.0</c:v>
                </c:pt>
                <c:pt idx="49">
                  <c:v>146.0</c:v>
                </c:pt>
                <c:pt idx="50">
                  <c:v>149.0</c:v>
                </c:pt>
                <c:pt idx="51">
                  <c:v>151.0</c:v>
                </c:pt>
                <c:pt idx="52">
                  <c:v>154.0</c:v>
                </c:pt>
                <c:pt idx="53">
                  <c:v>157.0</c:v>
                </c:pt>
                <c:pt idx="54">
                  <c:v>160.0</c:v>
                </c:pt>
                <c:pt idx="55">
                  <c:v>163.0</c:v>
                </c:pt>
                <c:pt idx="56">
                  <c:v>166.0</c:v>
                </c:pt>
                <c:pt idx="57">
                  <c:v>169.0</c:v>
                </c:pt>
                <c:pt idx="58">
                  <c:v>172.0</c:v>
                </c:pt>
                <c:pt idx="59">
                  <c:v>175.0</c:v>
                </c:pt>
                <c:pt idx="60">
                  <c:v>178.0</c:v>
                </c:pt>
                <c:pt idx="61">
                  <c:v>181.0</c:v>
                </c:pt>
                <c:pt idx="62">
                  <c:v>184.0</c:v>
                </c:pt>
                <c:pt idx="63">
                  <c:v>187.0</c:v>
                </c:pt>
                <c:pt idx="64">
                  <c:v>190.0</c:v>
                </c:pt>
                <c:pt idx="65">
                  <c:v>193.0</c:v>
                </c:pt>
                <c:pt idx="66">
                  <c:v>196.0</c:v>
                </c:pt>
                <c:pt idx="67">
                  <c:v>199.0</c:v>
                </c:pt>
                <c:pt idx="68">
                  <c:v>201.0</c:v>
                </c:pt>
                <c:pt idx="69">
                  <c:v>204.0</c:v>
                </c:pt>
                <c:pt idx="70">
                  <c:v>207.0</c:v>
                </c:pt>
                <c:pt idx="71">
                  <c:v>210.0</c:v>
                </c:pt>
                <c:pt idx="72">
                  <c:v>213.0</c:v>
                </c:pt>
                <c:pt idx="73">
                  <c:v>216.0</c:v>
                </c:pt>
                <c:pt idx="74">
                  <c:v>219.0</c:v>
                </c:pt>
                <c:pt idx="75">
                  <c:v>222.0</c:v>
                </c:pt>
                <c:pt idx="76">
                  <c:v>225.0</c:v>
                </c:pt>
                <c:pt idx="77">
                  <c:v>228.0</c:v>
                </c:pt>
                <c:pt idx="78">
                  <c:v>231.0</c:v>
                </c:pt>
                <c:pt idx="79">
                  <c:v>234.0</c:v>
                </c:pt>
                <c:pt idx="80">
                  <c:v>237.0</c:v>
                </c:pt>
                <c:pt idx="81">
                  <c:v>240.0</c:v>
                </c:pt>
                <c:pt idx="82">
                  <c:v>243.0</c:v>
                </c:pt>
                <c:pt idx="83">
                  <c:v>246.0</c:v>
                </c:pt>
                <c:pt idx="84">
                  <c:v>249.0</c:v>
                </c:pt>
                <c:pt idx="85">
                  <c:v>251.0</c:v>
                </c:pt>
                <c:pt idx="86">
                  <c:v>254.0</c:v>
                </c:pt>
                <c:pt idx="87">
                  <c:v>257.0</c:v>
                </c:pt>
                <c:pt idx="88">
                  <c:v>260.0</c:v>
                </c:pt>
                <c:pt idx="89">
                  <c:v>263.0</c:v>
                </c:pt>
                <c:pt idx="90">
                  <c:v>266.0</c:v>
                </c:pt>
                <c:pt idx="91">
                  <c:v>269.0</c:v>
                </c:pt>
                <c:pt idx="92">
                  <c:v>272.0</c:v>
                </c:pt>
                <c:pt idx="93">
                  <c:v>275.0</c:v>
                </c:pt>
                <c:pt idx="94">
                  <c:v>278.0</c:v>
                </c:pt>
                <c:pt idx="95">
                  <c:v>281.0</c:v>
                </c:pt>
                <c:pt idx="96">
                  <c:v>284.0</c:v>
                </c:pt>
                <c:pt idx="97">
                  <c:v>287.0</c:v>
                </c:pt>
                <c:pt idx="98">
                  <c:v>290.0</c:v>
                </c:pt>
                <c:pt idx="99">
                  <c:v>293.0</c:v>
                </c:pt>
                <c:pt idx="100">
                  <c:v>296.0</c:v>
                </c:pt>
                <c:pt idx="101">
                  <c:v>299.0</c:v>
                </c:pt>
                <c:pt idx="102">
                  <c:v>301.0</c:v>
                </c:pt>
                <c:pt idx="103">
                  <c:v>304.0</c:v>
                </c:pt>
                <c:pt idx="104">
                  <c:v>307.0</c:v>
                </c:pt>
                <c:pt idx="105">
                  <c:v>310.0</c:v>
                </c:pt>
                <c:pt idx="106">
                  <c:v>313.0</c:v>
                </c:pt>
                <c:pt idx="107">
                  <c:v>316.0</c:v>
                </c:pt>
                <c:pt idx="108">
                  <c:v>319.0</c:v>
                </c:pt>
                <c:pt idx="109">
                  <c:v>322.0</c:v>
                </c:pt>
                <c:pt idx="110">
                  <c:v>325.0</c:v>
                </c:pt>
                <c:pt idx="111">
                  <c:v>328.0</c:v>
                </c:pt>
                <c:pt idx="112">
                  <c:v>331.0</c:v>
                </c:pt>
                <c:pt idx="113">
                  <c:v>334.0</c:v>
                </c:pt>
                <c:pt idx="114">
                  <c:v>337.0</c:v>
                </c:pt>
                <c:pt idx="115">
                  <c:v>340.0</c:v>
                </c:pt>
                <c:pt idx="116">
                  <c:v>343.0</c:v>
                </c:pt>
                <c:pt idx="117">
                  <c:v>346.0</c:v>
                </c:pt>
                <c:pt idx="118">
                  <c:v>349.0</c:v>
                </c:pt>
                <c:pt idx="119">
                  <c:v>351.0</c:v>
                </c:pt>
                <c:pt idx="120">
                  <c:v>354.0</c:v>
                </c:pt>
                <c:pt idx="121">
                  <c:v>357.0</c:v>
                </c:pt>
                <c:pt idx="122">
                  <c:v>360.0</c:v>
                </c:pt>
                <c:pt idx="123">
                  <c:v>363.0</c:v>
                </c:pt>
                <c:pt idx="124">
                  <c:v>366.0</c:v>
                </c:pt>
                <c:pt idx="125">
                  <c:v>369.0</c:v>
                </c:pt>
                <c:pt idx="126">
                  <c:v>372.0</c:v>
                </c:pt>
                <c:pt idx="127">
                  <c:v>375.0</c:v>
                </c:pt>
                <c:pt idx="128">
                  <c:v>378.0</c:v>
                </c:pt>
                <c:pt idx="129">
                  <c:v>381.0</c:v>
                </c:pt>
                <c:pt idx="130">
                  <c:v>384.0</c:v>
                </c:pt>
                <c:pt idx="131">
                  <c:v>387.0</c:v>
                </c:pt>
                <c:pt idx="132">
                  <c:v>390.0</c:v>
                </c:pt>
                <c:pt idx="133">
                  <c:v>393.0</c:v>
                </c:pt>
                <c:pt idx="134">
                  <c:v>396.0</c:v>
                </c:pt>
                <c:pt idx="135">
                  <c:v>399.0</c:v>
                </c:pt>
                <c:pt idx="136">
                  <c:v>401.0</c:v>
                </c:pt>
                <c:pt idx="137">
                  <c:v>404.0</c:v>
                </c:pt>
                <c:pt idx="138">
                  <c:v>407.0</c:v>
                </c:pt>
                <c:pt idx="139">
                  <c:v>410.0</c:v>
                </c:pt>
                <c:pt idx="140">
                  <c:v>413.0</c:v>
                </c:pt>
                <c:pt idx="141">
                  <c:v>416.0</c:v>
                </c:pt>
                <c:pt idx="142">
                  <c:v>419.0</c:v>
                </c:pt>
                <c:pt idx="143">
                  <c:v>422.0</c:v>
                </c:pt>
                <c:pt idx="144">
                  <c:v>425.0</c:v>
                </c:pt>
                <c:pt idx="145">
                  <c:v>428.0</c:v>
                </c:pt>
                <c:pt idx="146">
                  <c:v>431.0</c:v>
                </c:pt>
                <c:pt idx="147">
                  <c:v>434.0</c:v>
                </c:pt>
                <c:pt idx="148">
                  <c:v>437.0</c:v>
                </c:pt>
                <c:pt idx="149">
                  <c:v>440.0</c:v>
                </c:pt>
                <c:pt idx="150">
                  <c:v>443.0</c:v>
                </c:pt>
                <c:pt idx="151">
                  <c:v>446.0</c:v>
                </c:pt>
                <c:pt idx="152">
                  <c:v>449.0</c:v>
                </c:pt>
                <c:pt idx="153">
                  <c:v>451.0</c:v>
                </c:pt>
                <c:pt idx="154">
                  <c:v>454.0</c:v>
                </c:pt>
                <c:pt idx="155">
                  <c:v>457.0</c:v>
                </c:pt>
                <c:pt idx="156">
                  <c:v>460.0</c:v>
                </c:pt>
                <c:pt idx="157">
                  <c:v>463.0</c:v>
                </c:pt>
                <c:pt idx="158">
                  <c:v>466.0</c:v>
                </c:pt>
                <c:pt idx="159">
                  <c:v>469.0</c:v>
                </c:pt>
                <c:pt idx="160">
                  <c:v>472.0</c:v>
                </c:pt>
                <c:pt idx="161">
                  <c:v>475.0</c:v>
                </c:pt>
                <c:pt idx="162">
                  <c:v>478.0</c:v>
                </c:pt>
                <c:pt idx="163">
                  <c:v>481.0</c:v>
                </c:pt>
                <c:pt idx="164">
                  <c:v>484.0</c:v>
                </c:pt>
                <c:pt idx="165">
                  <c:v>487.0</c:v>
                </c:pt>
                <c:pt idx="166">
                  <c:v>490.0</c:v>
                </c:pt>
                <c:pt idx="167">
                  <c:v>493.0</c:v>
                </c:pt>
                <c:pt idx="168">
                  <c:v>496.0</c:v>
                </c:pt>
                <c:pt idx="169">
                  <c:v>499.0</c:v>
                </c:pt>
                <c:pt idx="170">
                  <c:v>501.0</c:v>
                </c:pt>
                <c:pt idx="171">
                  <c:v>504.0</c:v>
                </c:pt>
                <c:pt idx="172">
                  <c:v>507.0</c:v>
                </c:pt>
                <c:pt idx="173">
                  <c:v>510.0</c:v>
                </c:pt>
                <c:pt idx="174">
                  <c:v>513.0</c:v>
                </c:pt>
                <c:pt idx="175">
                  <c:v>516.0</c:v>
                </c:pt>
                <c:pt idx="176">
                  <c:v>519.0</c:v>
                </c:pt>
                <c:pt idx="177">
                  <c:v>522.0</c:v>
                </c:pt>
                <c:pt idx="178">
                  <c:v>525.0</c:v>
                </c:pt>
                <c:pt idx="179">
                  <c:v>528.0</c:v>
                </c:pt>
                <c:pt idx="180">
                  <c:v>531.0</c:v>
                </c:pt>
                <c:pt idx="181">
                  <c:v>534.0</c:v>
                </c:pt>
                <c:pt idx="182">
                  <c:v>537.0</c:v>
                </c:pt>
                <c:pt idx="183">
                  <c:v>540.0</c:v>
                </c:pt>
                <c:pt idx="184">
                  <c:v>543.0</c:v>
                </c:pt>
                <c:pt idx="185">
                  <c:v>546.0</c:v>
                </c:pt>
                <c:pt idx="186">
                  <c:v>549.0</c:v>
                </c:pt>
                <c:pt idx="187">
                  <c:v>551.0</c:v>
                </c:pt>
                <c:pt idx="188">
                  <c:v>554.0</c:v>
                </c:pt>
                <c:pt idx="189">
                  <c:v>557.0</c:v>
                </c:pt>
                <c:pt idx="190">
                  <c:v>560.0</c:v>
                </c:pt>
                <c:pt idx="191">
                  <c:v>563.0</c:v>
                </c:pt>
                <c:pt idx="192">
                  <c:v>566.0</c:v>
                </c:pt>
                <c:pt idx="193">
                  <c:v>569.0</c:v>
                </c:pt>
                <c:pt idx="194">
                  <c:v>572.0</c:v>
                </c:pt>
                <c:pt idx="195">
                  <c:v>575.0</c:v>
                </c:pt>
                <c:pt idx="196">
                  <c:v>578.0</c:v>
                </c:pt>
                <c:pt idx="197">
                  <c:v>581.0</c:v>
                </c:pt>
                <c:pt idx="198">
                  <c:v>584.0</c:v>
                </c:pt>
                <c:pt idx="199">
                  <c:v>587.0</c:v>
                </c:pt>
                <c:pt idx="200">
                  <c:v>590.0</c:v>
                </c:pt>
                <c:pt idx="201">
                  <c:v>593.0</c:v>
                </c:pt>
                <c:pt idx="202">
                  <c:v>596.0</c:v>
                </c:pt>
                <c:pt idx="203">
                  <c:v>599.0</c:v>
                </c:pt>
                <c:pt idx="204">
                  <c:v>601.0</c:v>
                </c:pt>
                <c:pt idx="205">
                  <c:v>604.0</c:v>
                </c:pt>
                <c:pt idx="206">
                  <c:v>607.0</c:v>
                </c:pt>
                <c:pt idx="207">
                  <c:v>610.0</c:v>
                </c:pt>
                <c:pt idx="208">
                  <c:v>613.0</c:v>
                </c:pt>
                <c:pt idx="209">
                  <c:v>616.0</c:v>
                </c:pt>
                <c:pt idx="210">
                  <c:v>619.0</c:v>
                </c:pt>
                <c:pt idx="211">
                  <c:v>622.0</c:v>
                </c:pt>
                <c:pt idx="212">
                  <c:v>625.0</c:v>
                </c:pt>
                <c:pt idx="213">
                  <c:v>628.0</c:v>
                </c:pt>
                <c:pt idx="214">
                  <c:v>631.0</c:v>
                </c:pt>
                <c:pt idx="215">
                  <c:v>634.0</c:v>
                </c:pt>
                <c:pt idx="216">
                  <c:v>637.0</c:v>
                </c:pt>
                <c:pt idx="217">
                  <c:v>640.0</c:v>
                </c:pt>
                <c:pt idx="218">
                  <c:v>643.0</c:v>
                </c:pt>
                <c:pt idx="219">
                  <c:v>646.0</c:v>
                </c:pt>
                <c:pt idx="220">
                  <c:v>649.0</c:v>
                </c:pt>
                <c:pt idx="221">
                  <c:v>651.0</c:v>
                </c:pt>
                <c:pt idx="222">
                  <c:v>654.0</c:v>
                </c:pt>
                <c:pt idx="223">
                  <c:v>657.0</c:v>
                </c:pt>
                <c:pt idx="224">
                  <c:v>660.0</c:v>
                </c:pt>
                <c:pt idx="225">
                  <c:v>663.0</c:v>
                </c:pt>
                <c:pt idx="226">
                  <c:v>666.0</c:v>
                </c:pt>
                <c:pt idx="227">
                  <c:v>669.0</c:v>
                </c:pt>
                <c:pt idx="228">
                  <c:v>672.0</c:v>
                </c:pt>
                <c:pt idx="229">
                  <c:v>675.0</c:v>
                </c:pt>
                <c:pt idx="230">
                  <c:v>678.0</c:v>
                </c:pt>
                <c:pt idx="231">
                  <c:v>681.0</c:v>
                </c:pt>
                <c:pt idx="232">
                  <c:v>684.0</c:v>
                </c:pt>
                <c:pt idx="233">
                  <c:v>687.0</c:v>
                </c:pt>
                <c:pt idx="234">
                  <c:v>690.0</c:v>
                </c:pt>
                <c:pt idx="235">
                  <c:v>693.0</c:v>
                </c:pt>
                <c:pt idx="236">
                  <c:v>696.0</c:v>
                </c:pt>
                <c:pt idx="237">
                  <c:v>699.0</c:v>
                </c:pt>
                <c:pt idx="238">
                  <c:v>701.0</c:v>
                </c:pt>
                <c:pt idx="239">
                  <c:v>704.0</c:v>
                </c:pt>
                <c:pt idx="240">
                  <c:v>707.0</c:v>
                </c:pt>
                <c:pt idx="241">
                  <c:v>710.0</c:v>
                </c:pt>
                <c:pt idx="242">
                  <c:v>713.0</c:v>
                </c:pt>
                <c:pt idx="243">
                  <c:v>716.0</c:v>
                </c:pt>
                <c:pt idx="244">
                  <c:v>719.0</c:v>
                </c:pt>
                <c:pt idx="245">
                  <c:v>722.0</c:v>
                </c:pt>
                <c:pt idx="246">
                  <c:v>725.0</c:v>
                </c:pt>
                <c:pt idx="247">
                  <c:v>728.0</c:v>
                </c:pt>
                <c:pt idx="248">
                  <c:v>731.0</c:v>
                </c:pt>
                <c:pt idx="249">
                  <c:v>734.0</c:v>
                </c:pt>
                <c:pt idx="250">
                  <c:v>737.0</c:v>
                </c:pt>
                <c:pt idx="251">
                  <c:v>740.0</c:v>
                </c:pt>
                <c:pt idx="252">
                  <c:v>743.0</c:v>
                </c:pt>
                <c:pt idx="253">
                  <c:v>746.0</c:v>
                </c:pt>
                <c:pt idx="254">
                  <c:v>749.0</c:v>
                </c:pt>
                <c:pt idx="255">
                  <c:v>751.0</c:v>
                </c:pt>
                <c:pt idx="256">
                  <c:v>754.0</c:v>
                </c:pt>
                <c:pt idx="257">
                  <c:v>757.0</c:v>
                </c:pt>
                <c:pt idx="258">
                  <c:v>760.0</c:v>
                </c:pt>
                <c:pt idx="259">
                  <c:v>763.0</c:v>
                </c:pt>
                <c:pt idx="260">
                  <c:v>766.0</c:v>
                </c:pt>
                <c:pt idx="261">
                  <c:v>769.0</c:v>
                </c:pt>
                <c:pt idx="262">
                  <c:v>772.0</c:v>
                </c:pt>
                <c:pt idx="263">
                  <c:v>775.0</c:v>
                </c:pt>
                <c:pt idx="264">
                  <c:v>778.0</c:v>
                </c:pt>
                <c:pt idx="265">
                  <c:v>781.0</c:v>
                </c:pt>
                <c:pt idx="266">
                  <c:v>784.0</c:v>
                </c:pt>
                <c:pt idx="267">
                  <c:v>787.0</c:v>
                </c:pt>
                <c:pt idx="268">
                  <c:v>790.0</c:v>
                </c:pt>
                <c:pt idx="269">
                  <c:v>793.0</c:v>
                </c:pt>
                <c:pt idx="270">
                  <c:v>796.0</c:v>
                </c:pt>
                <c:pt idx="271">
                  <c:v>799.0</c:v>
                </c:pt>
                <c:pt idx="272">
                  <c:v>801.0</c:v>
                </c:pt>
                <c:pt idx="273">
                  <c:v>804.0</c:v>
                </c:pt>
                <c:pt idx="274">
                  <c:v>807.0</c:v>
                </c:pt>
                <c:pt idx="275">
                  <c:v>810.0</c:v>
                </c:pt>
                <c:pt idx="276">
                  <c:v>813.0</c:v>
                </c:pt>
                <c:pt idx="277">
                  <c:v>816.0</c:v>
                </c:pt>
                <c:pt idx="278">
                  <c:v>819.0</c:v>
                </c:pt>
                <c:pt idx="279">
                  <c:v>822.0</c:v>
                </c:pt>
                <c:pt idx="280">
                  <c:v>825.0</c:v>
                </c:pt>
                <c:pt idx="281">
                  <c:v>828.0</c:v>
                </c:pt>
                <c:pt idx="282">
                  <c:v>831.0</c:v>
                </c:pt>
                <c:pt idx="283">
                  <c:v>834.0</c:v>
                </c:pt>
                <c:pt idx="284">
                  <c:v>837.0</c:v>
                </c:pt>
                <c:pt idx="285">
                  <c:v>840.0</c:v>
                </c:pt>
                <c:pt idx="286">
                  <c:v>843.0</c:v>
                </c:pt>
                <c:pt idx="287">
                  <c:v>846.0</c:v>
                </c:pt>
                <c:pt idx="288">
                  <c:v>849.0</c:v>
                </c:pt>
                <c:pt idx="289">
                  <c:v>851.0</c:v>
                </c:pt>
                <c:pt idx="290">
                  <c:v>854.0</c:v>
                </c:pt>
                <c:pt idx="291">
                  <c:v>857.0</c:v>
                </c:pt>
                <c:pt idx="292">
                  <c:v>860.0</c:v>
                </c:pt>
                <c:pt idx="293">
                  <c:v>863.0</c:v>
                </c:pt>
                <c:pt idx="294">
                  <c:v>866.0</c:v>
                </c:pt>
                <c:pt idx="295">
                  <c:v>869.0</c:v>
                </c:pt>
                <c:pt idx="296">
                  <c:v>872.0</c:v>
                </c:pt>
                <c:pt idx="297">
                  <c:v>875.0</c:v>
                </c:pt>
                <c:pt idx="298">
                  <c:v>878.0</c:v>
                </c:pt>
                <c:pt idx="299">
                  <c:v>881.0</c:v>
                </c:pt>
                <c:pt idx="300">
                  <c:v>884.0</c:v>
                </c:pt>
                <c:pt idx="301">
                  <c:v>887.0</c:v>
                </c:pt>
                <c:pt idx="302">
                  <c:v>890.0</c:v>
                </c:pt>
                <c:pt idx="303">
                  <c:v>893.0</c:v>
                </c:pt>
                <c:pt idx="304">
                  <c:v>896.0</c:v>
                </c:pt>
                <c:pt idx="305">
                  <c:v>899.0</c:v>
                </c:pt>
              </c:numCache>
            </c:numRef>
          </c:xVal>
          <c:yVal>
            <c:numRef>
              <c:f>Sheet1!$B$618:$B$923</c:f>
              <c:numCache>
                <c:formatCode>General</c:formatCode>
                <c:ptCount val="306"/>
                <c:pt idx="0">
                  <c:v>9.8672e-06</c:v>
                </c:pt>
                <c:pt idx="1">
                  <c:v>1.9452e-06</c:v>
                </c:pt>
                <c:pt idx="2">
                  <c:v>9.6671e-07</c:v>
                </c:pt>
                <c:pt idx="3">
                  <c:v>6.9409e-07</c:v>
                </c:pt>
                <c:pt idx="4">
                  <c:v>5.054e-07</c:v>
                </c:pt>
                <c:pt idx="5">
                  <c:v>3.72e-07</c:v>
                </c:pt>
                <c:pt idx="6">
                  <c:v>2.7821e-07</c:v>
                </c:pt>
                <c:pt idx="7">
                  <c:v>2.1368e-07</c:v>
                </c:pt>
                <c:pt idx="8">
                  <c:v>1.689e-07</c:v>
                </c:pt>
                <c:pt idx="9">
                  <c:v>1.3976e-07</c:v>
                </c:pt>
                <c:pt idx="10">
                  <c:v>1.2086e-07</c:v>
                </c:pt>
                <c:pt idx="11">
                  <c:v>1.0675e-07</c:v>
                </c:pt>
                <c:pt idx="12">
                  <c:v>8.9053e-08</c:v>
                </c:pt>
                <c:pt idx="13">
                  <c:v>7.2487e-08</c:v>
                </c:pt>
                <c:pt idx="14">
                  <c:v>5.9368e-08</c:v>
                </c:pt>
                <c:pt idx="15">
                  <c:v>5.3374e-08</c:v>
                </c:pt>
                <c:pt idx="16">
                  <c:v>5.4911e-08</c:v>
                </c:pt>
                <c:pt idx="17">
                  <c:v>5.9614e-08</c:v>
                </c:pt>
                <c:pt idx="18">
                  <c:v>6.5582e-08</c:v>
                </c:pt>
                <c:pt idx="19">
                  <c:v>6.698e-08</c:v>
                </c:pt>
                <c:pt idx="20">
                  <c:v>6.2719e-08</c:v>
                </c:pt>
                <c:pt idx="21">
                  <c:v>5.0518e-08</c:v>
                </c:pt>
                <c:pt idx="22">
                  <c:v>3.8234e-08</c:v>
                </c:pt>
                <c:pt idx="23">
                  <c:v>3.0032e-08</c:v>
                </c:pt>
                <c:pt idx="24">
                  <c:v>2.493e-08</c:v>
                </c:pt>
                <c:pt idx="25">
                  <c:v>2.0262e-08</c:v>
                </c:pt>
                <c:pt idx="26">
                  <c:v>1.8105e-08</c:v>
                </c:pt>
                <c:pt idx="27">
                  <c:v>1.8537e-08</c:v>
                </c:pt>
                <c:pt idx="28">
                  <c:v>1.7493e-08</c:v>
                </c:pt>
                <c:pt idx="29">
                  <c:v>1.4777e-08</c:v>
                </c:pt>
                <c:pt idx="30">
                  <c:v>1.197e-08</c:v>
                </c:pt>
                <c:pt idx="31">
                  <c:v>9.6433e-09</c:v>
                </c:pt>
                <c:pt idx="32">
                  <c:v>8.1472e-09</c:v>
                </c:pt>
                <c:pt idx="33">
                  <c:v>7.0124e-09</c:v>
                </c:pt>
                <c:pt idx="34">
                  <c:v>6.2963e-09</c:v>
                </c:pt>
                <c:pt idx="35">
                  <c:v>5.4443e-09</c:v>
                </c:pt>
                <c:pt idx="36">
                  <c:v>4.7555e-09</c:v>
                </c:pt>
                <c:pt idx="37">
                  <c:v>4.5445e-09</c:v>
                </c:pt>
                <c:pt idx="38">
                  <c:v>4.4915e-09</c:v>
                </c:pt>
                <c:pt idx="39">
                  <c:v>4.1283e-09</c:v>
                </c:pt>
                <c:pt idx="40">
                  <c:v>3.713e-09</c:v>
                </c:pt>
                <c:pt idx="41">
                  <c:v>3.4769e-09</c:v>
                </c:pt>
                <c:pt idx="42">
                  <c:v>3.3533e-09</c:v>
                </c:pt>
                <c:pt idx="43">
                  <c:v>3.2976e-09</c:v>
                </c:pt>
                <c:pt idx="44">
                  <c:v>3.4076e-09</c:v>
                </c:pt>
                <c:pt idx="45">
                  <c:v>3.5591e-09</c:v>
                </c:pt>
                <c:pt idx="46">
                  <c:v>3.6425e-09</c:v>
                </c:pt>
                <c:pt idx="47">
                  <c:v>3.5867e-09</c:v>
                </c:pt>
                <c:pt idx="48">
                  <c:v>3.4572e-09</c:v>
                </c:pt>
                <c:pt idx="49">
                  <c:v>3.2605e-09</c:v>
                </c:pt>
                <c:pt idx="50">
                  <c:v>3.0317e-09</c:v>
                </c:pt>
                <c:pt idx="51">
                  <c:v>7.6514e-06</c:v>
                </c:pt>
                <c:pt idx="52">
                  <c:v>2.8497e-05</c:v>
                </c:pt>
                <c:pt idx="53">
                  <c:v>1.7086e-05</c:v>
                </c:pt>
                <c:pt idx="54">
                  <c:v>1.0978e-05</c:v>
                </c:pt>
                <c:pt idx="55">
                  <c:v>5.382e-06</c:v>
                </c:pt>
                <c:pt idx="56">
                  <c:v>2.9737e-06</c:v>
                </c:pt>
                <c:pt idx="57">
                  <c:v>1.6256e-06</c:v>
                </c:pt>
                <c:pt idx="58">
                  <c:v>8.4157e-07</c:v>
                </c:pt>
                <c:pt idx="59">
                  <c:v>4.4999e-07</c:v>
                </c:pt>
                <c:pt idx="60">
                  <c:v>2.6077e-07</c:v>
                </c:pt>
                <c:pt idx="61">
                  <c:v>1.6109e-07</c:v>
                </c:pt>
                <c:pt idx="62">
                  <c:v>1.0389e-07</c:v>
                </c:pt>
                <c:pt idx="63">
                  <c:v>7.4807e-08</c:v>
                </c:pt>
                <c:pt idx="64">
                  <c:v>5.8323e-08</c:v>
                </c:pt>
                <c:pt idx="65">
                  <c:v>4.563e-08</c:v>
                </c:pt>
                <c:pt idx="66">
                  <c:v>3.5615e-08</c:v>
                </c:pt>
                <c:pt idx="67">
                  <c:v>2.8614e-08</c:v>
                </c:pt>
                <c:pt idx="68">
                  <c:v>2.5336e-08</c:v>
                </c:pt>
                <c:pt idx="69">
                  <c:v>2.1061e-08</c:v>
                </c:pt>
                <c:pt idx="70">
                  <c:v>1.7537e-08</c:v>
                </c:pt>
                <c:pt idx="71">
                  <c:v>1.4626e-08</c:v>
                </c:pt>
                <c:pt idx="72">
                  <c:v>1.2354e-08</c:v>
                </c:pt>
                <c:pt idx="73">
                  <c:v>1.0625e-08</c:v>
                </c:pt>
                <c:pt idx="74">
                  <c:v>9.1314e-09</c:v>
                </c:pt>
                <c:pt idx="75">
                  <c:v>7.8755e-09</c:v>
                </c:pt>
                <c:pt idx="76">
                  <c:v>6.7762e-09</c:v>
                </c:pt>
                <c:pt idx="77">
                  <c:v>5.9148e-09</c:v>
                </c:pt>
                <c:pt idx="78">
                  <c:v>5.2129e-09</c:v>
                </c:pt>
                <c:pt idx="79">
                  <c:v>4.7092e-09</c:v>
                </c:pt>
                <c:pt idx="80">
                  <c:v>4.2376e-09</c:v>
                </c:pt>
                <c:pt idx="81">
                  <c:v>3.7784e-09</c:v>
                </c:pt>
                <c:pt idx="82">
                  <c:v>3.5149e-09</c:v>
                </c:pt>
                <c:pt idx="83">
                  <c:v>3.2576e-09</c:v>
                </c:pt>
                <c:pt idx="84">
                  <c:v>3.0295e-09</c:v>
                </c:pt>
                <c:pt idx="85">
                  <c:v>2.9781e-09</c:v>
                </c:pt>
                <c:pt idx="86">
                  <c:v>2.8309e-09</c:v>
                </c:pt>
                <c:pt idx="87">
                  <c:v>2.7371e-09</c:v>
                </c:pt>
                <c:pt idx="88">
                  <c:v>2.6285e-09</c:v>
                </c:pt>
                <c:pt idx="89">
                  <c:v>2.5057e-09</c:v>
                </c:pt>
                <c:pt idx="90">
                  <c:v>2.5092e-09</c:v>
                </c:pt>
                <c:pt idx="91">
                  <c:v>2.4445e-09</c:v>
                </c:pt>
                <c:pt idx="92">
                  <c:v>2.3548e-09</c:v>
                </c:pt>
                <c:pt idx="93">
                  <c:v>2.31e-09</c:v>
                </c:pt>
                <c:pt idx="94">
                  <c:v>2.3774e-09</c:v>
                </c:pt>
                <c:pt idx="95">
                  <c:v>2.2695e-09</c:v>
                </c:pt>
                <c:pt idx="96">
                  <c:v>2.2801e-09</c:v>
                </c:pt>
                <c:pt idx="97">
                  <c:v>2.2581e-09</c:v>
                </c:pt>
                <c:pt idx="98">
                  <c:v>2.3153e-09</c:v>
                </c:pt>
                <c:pt idx="99">
                  <c:v>2.3292e-09</c:v>
                </c:pt>
                <c:pt idx="100">
                  <c:v>2.423e-09</c:v>
                </c:pt>
                <c:pt idx="101">
                  <c:v>2.5158e-09</c:v>
                </c:pt>
                <c:pt idx="102">
                  <c:v>2.4105e-05</c:v>
                </c:pt>
                <c:pt idx="103">
                  <c:v>4.864e-05</c:v>
                </c:pt>
                <c:pt idx="104">
                  <c:v>2.06e-05</c:v>
                </c:pt>
                <c:pt idx="105">
                  <c:v>1.11e-05</c:v>
                </c:pt>
                <c:pt idx="106">
                  <c:v>5.5243e-06</c:v>
                </c:pt>
                <c:pt idx="107">
                  <c:v>3.0964e-06</c:v>
                </c:pt>
                <c:pt idx="108">
                  <c:v>1.8146e-06</c:v>
                </c:pt>
                <c:pt idx="109">
                  <c:v>1.1244e-06</c:v>
                </c:pt>
                <c:pt idx="110">
                  <c:v>7.8237e-07</c:v>
                </c:pt>
                <c:pt idx="111">
                  <c:v>6.0494e-07</c:v>
                </c:pt>
                <c:pt idx="112">
                  <c:v>5.2941e-07</c:v>
                </c:pt>
                <c:pt idx="113">
                  <c:v>5.4949e-07</c:v>
                </c:pt>
                <c:pt idx="114">
                  <c:v>5.4723e-07</c:v>
                </c:pt>
                <c:pt idx="115">
                  <c:v>5.1041e-07</c:v>
                </c:pt>
                <c:pt idx="116">
                  <c:v>4.5226e-07</c:v>
                </c:pt>
                <c:pt idx="117">
                  <c:v>5.693e-07</c:v>
                </c:pt>
                <c:pt idx="118">
                  <c:v>6.914e-07</c:v>
                </c:pt>
                <c:pt idx="119">
                  <c:v>5.896e-07</c:v>
                </c:pt>
                <c:pt idx="120">
                  <c:v>4.6266e-07</c:v>
                </c:pt>
                <c:pt idx="121">
                  <c:v>4.0403e-07</c:v>
                </c:pt>
                <c:pt idx="122">
                  <c:v>3.7527e-07</c:v>
                </c:pt>
                <c:pt idx="123">
                  <c:v>3.4553e-07</c:v>
                </c:pt>
                <c:pt idx="124">
                  <c:v>2.8764e-07</c:v>
                </c:pt>
                <c:pt idx="125">
                  <c:v>2.3326e-07</c:v>
                </c:pt>
                <c:pt idx="126">
                  <c:v>2.1765e-07</c:v>
                </c:pt>
                <c:pt idx="127">
                  <c:v>2.6412e-07</c:v>
                </c:pt>
                <c:pt idx="128">
                  <c:v>3.3395e-07</c:v>
                </c:pt>
                <c:pt idx="129">
                  <c:v>3.586e-07</c:v>
                </c:pt>
                <c:pt idx="130">
                  <c:v>3.9324e-07</c:v>
                </c:pt>
                <c:pt idx="131">
                  <c:v>4.3057e-07</c:v>
                </c:pt>
                <c:pt idx="132">
                  <c:v>4.1475e-07</c:v>
                </c:pt>
                <c:pt idx="133">
                  <c:v>6.2153e-07</c:v>
                </c:pt>
                <c:pt idx="134">
                  <c:v>6.8207e-07</c:v>
                </c:pt>
                <c:pt idx="135">
                  <c:v>5.8613e-07</c:v>
                </c:pt>
                <c:pt idx="136">
                  <c:v>5.4114e-07</c:v>
                </c:pt>
                <c:pt idx="137">
                  <c:v>5.2347e-07</c:v>
                </c:pt>
                <c:pt idx="138">
                  <c:v>5.0649e-07</c:v>
                </c:pt>
                <c:pt idx="139">
                  <c:v>5.0931e-07</c:v>
                </c:pt>
                <c:pt idx="140">
                  <c:v>3.997e-07</c:v>
                </c:pt>
                <c:pt idx="141">
                  <c:v>4.5092e-07</c:v>
                </c:pt>
                <c:pt idx="142">
                  <c:v>5.2594e-07</c:v>
                </c:pt>
                <c:pt idx="143">
                  <c:v>4.4997e-07</c:v>
                </c:pt>
                <c:pt idx="144">
                  <c:v>3.8678e-07</c:v>
                </c:pt>
                <c:pt idx="145">
                  <c:v>3.4636e-07</c:v>
                </c:pt>
                <c:pt idx="146">
                  <c:v>3.1341e-07</c:v>
                </c:pt>
                <c:pt idx="147">
                  <c:v>2.7638e-07</c:v>
                </c:pt>
                <c:pt idx="148">
                  <c:v>2.3666e-07</c:v>
                </c:pt>
                <c:pt idx="149">
                  <c:v>2.149e-07</c:v>
                </c:pt>
                <c:pt idx="150">
                  <c:v>2.4628e-07</c:v>
                </c:pt>
                <c:pt idx="151">
                  <c:v>3.0099e-07</c:v>
                </c:pt>
                <c:pt idx="152">
                  <c:v>3.5215e-07</c:v>
                </c:pt>
                <c:pt idx="153">
                  <c:v>3.8297e-07</c:v>
                </c:pt>
                <c:pt idx="154">
                  <c:v>4.3465e-07</c:v>
                </c:pt>
                <c:pt idx="155">
                  <c:v>4.3403e-07</c:v>
                </c:pt>
                <c:pt idx="156">
                  <c:v>4.4997e-07</c:v>
                </c:pt>
                <c:pt idx="157">
                  <c:v>6.7249e-07</c:v>
                </c:pt>
                <c:pt idx="158">
                  <c:v>6.409e-07</c:v>
                </c:pt>
                <c:pt idx="159">
                  <c:v>5.4656e-07</c:v>
                </c:pt>
                <c:pt idx="160">
                  <c:v>5.0651e-07</c:v>
                </c:pt>
                <c:pt idx="161">
                  <c:v>4.8606e-07</c:v>
                </c:pt>
                <c:pt idx="162">
                  <c:v>5.2625e-07</c:v>
                </c:pt>
                <c:pt idx="163">
                  <c:v>4.8513e-07</c:v>
                </c:pt>
                <c:pt idx="164">
                  <c:v>3.9078e-07</c:v>
                </c:pt>
                <c:pt idx="165">
                  <c:v>4.1468e-07</c:v>
                </c:pt>
                <c:pt idx="166">
                  <c:v>5.3728e-07</c:v>
                </c:pt>
                <c:pt idx="167">
                  <c:v>4.8427e-07</c:v>
                </c:pt>
                <c:pt idx="168">
                  <c:v>3.9704e-07</c:v>
                </c:pt>
                <c:pt idx="169">
                  <c:v>3.4923e-07</c:v>
                </c:pt>
                <c:pt idx="170">
                  <c:v>3.2758e-07</c:v>
                </c:pt>
                <c:pt idx="171">
                  <c:v>2.9311e-07</c:v>
                </c:pt>
                <c:pt idx="172">
                  <c:v>2.5306e-07</c:v>
                </c:pt>
                <c:pt idx="173">
                  <c:v>2.2767e-07</c:v>
                </c:pt>
                <c:pt idx="174">
                  <c:v>2.4819e-07</c:v>
                </c:pt>
                <c:pt idx="175">
                  <c:v>2.9579e-07</c:v>
                </c:pt>
                <c:pt idx="176">
                  <c:v>3.399e-07</c:v>
                </c:pt>
                <c:pt idx="177">
                  <c:v>3.9324e-07</c:v>
                </c:pt>
                <c:pt idx="178">
                  <c:v>4.4066e-07</c:v>
                </c:pt>
                <c:pt idx="179">
                  <c:v>4.2178e-07</c:v>
                </c:pt>
                <c:pt idx="180">
                  <c:v>4.9891e-07</c:v>
                </c:pt>
                <c:pt idx="181">
                  <c:v>7.0129e-07</c:v>
                </c:pt>
                <c:pt idx="182">
                  <c:v>6.0874e-07</c:v>
                </c:pt>
                <c:pt idx="183">
                  <c:v>5.1596e-07</c:v>
                </c:pt>
                <c:pt idx="184">
                  <c:v>4.7446e-07</c:v>
                </c:pt>
                <c:pt idx="185">
                  <c:v>4.6955e-07</c:v>
                </c:pt>
                <c:pt idx="186">
                  <c:v>5.0282e-07</c:v>
                </c:pt>
                <c:pt idx="187">
                  <c:v>5.0305e-07</c:v>
                </c:pt>
                <c:pt idx="188">
                  <c:v>5.0164e-07</c:v>
                </c:pt>
                <c:pt idx="189">
                  <c:v>4.0701e-07</c:v>
                </c:pt>
                <c:pt idx="190">
                  <c:v>4.3962e-07</c:v>
                </c:pt>
                <c:pt idx="191">
                  <c:v>5.1804e-07</c:v>
                </c:pt>
                <c:pt idx="192">
                  <c:v>4.4425e-07</c:v>
                </c:pt>
                <c:pt idx="193">
                  <c:v>3.6289e-07</c:v>
                </c:pt>
                <c:pt idx="194">
                  <c:v>3.1972e-07</c:v>
                </c:pt>
                <c:pt idx="195">
                  <c:v>2.9009e-07</c:v>
                </c:pt>
                <c:pt idx="196">
                  <c:v>2.5428e-07</c:v>
                </c:pt>
                <c:pt idx="197">
                  <c:v>2.3293e-07</c:v>
                </c:pt>
                <c:pt idx="198">
                  <c:v>2.5399e-07</c:v>
                </c:pt>
                <c:pt idx="199">
                  <c:v>2.9908e-07</c:v>
                </c:pt>
                <c:pt idx="200">
                  <c:v>3.402e-07</c:v>
                </c:pt>
                <c:pt idx="201">
                  <c:v>3.853e-07</c:v>
                </c:pt>
                <c:pt idx="202">
                  <c:v>4.3638e-07</c:v>
                </c:pt>
                <c:pt idx="203">
                  <c:v>4.1199e-07</c:v>
                </c:pt>
                <c:pt idx="204">
                  <c:v>4.3594e-07</c:v>
                </c:pt>
                <c:pt idx="205">
                  <c:v>6.4329e-07</c:v>
                </c:pt>
                <c:pt idx="206">
                  <c:v>6.4801e-07</c:v>
                </c:pt>
                <c:pt idx="207">
                  <c:v>5.3513e-07</c:v>
                </c:pt>
                <c:pt idx="208">
                  <c:v>4.5945e-07</c:v>
                </c:pt>
                <c:pt idx="209">
                  <c:v>4.3176e-07</c:v>
                </c:pt>
                <c:pt idx="210">
                  <c:v>4.5026e-07</c:v>
                </c:pt>
                <c:pt idx="211">
                  <c:v>4.7757e-07</c:v>
                </c:pt>
                <c:pt idx="212">
                  <c:v>5.138e-07</c:v>
                </c:pt>
                <c:pt idx="213">
                  <c:v>4.4636e-07</c:v>
                </c:pt>
                <c:pt idx="214">
                  <c:v>4.089e-07</c:v>
                </c:pt>
                <c:pt idx="215">
                  <c:v>5.3646e-07</c:v>
                </c:pt>
                <c:pt idx="216">
                  <c:v>5.8109e-07</c:v>
                </c:pt>
                <c:pt idx="217">
                  <c:v>4.5985e-07</c:v>
                </c:pt>
                <c:pt idx="218">
                  <c:v>3.9537e-07</c:v>
                </c:pt>
                <c:pt idx="219">
                  <c:v>3.5886e-07</c:v>
                </c:pt>
                <c:pt idx="220">
                  <c:v>3.1167e-07</c:v>
                </c:pt>
                <c:pt idx="221">
                  <c:v>2.7899e-07</c:v>
                </c:pt>
                <c:pt idx="222">
                  <c:v>2.561e-07</c:v>
                </c:pt>
                <c:pt idx="223">
                  <c:v>2.8173e-07</c:v>
                </c:pt>
                <c:pt idx="224">
                  <c:v>3.2804e-07</c:v>
                </c:pt>
                <c:pt idx="225">
                  <c:v>3.6433e-07</c:v>
                </c:pt>
                <c:pt idx="226">
                  <c:v>4.0907e-07</c:v>
                </c:pt>
                <c:pt idx="227">
                  <c:v>4.2968e-07</c:v>
                </c:pt>
                <c:pt idx="228">
                  <c:v>4.1179e-07</c:v>
                </c:pt>
                <c:pt idx="229">
                  <c:v>5.7758e-07</c:v>
                </c:pt>
                <c:pt idx="230">
                  <c:v>6.7917e-07</c:v>
                </c:pt>
                <c:pt idx="231">
                  <c:v>5.5851e-07</c:v>
                </c:pt>
                <c:pt idx="232">
                  <c:v>4.781e-07</c:v>
                </c:pt>
                <c:pt idx="233">
                  <c:v>4.3953e-07</c:v>
                </c:pt>
                <c:pt idx="234">
                  <c:v>4.5076e-07</c:v>
                </c:pt>
                <c:pt idx="235">
                  <c:v>4.7307e-07</c:v>
                </c:pt>
                <c:pt idx="236">
                  <c:v>5.3368e-07</c:v>
                </c:pt>
                <c:pt idx="237">
                  <c:v>4.992e-07</c:v>
                </c:pt>
                <c:pt idx="238">
                  <c:v>3.8906e-07</c:v>
                </c:pt>
                <c:pt idx="239">
                  <c:v>4.1707e-07</c:v>
                </c:pt>
                <c:pt idx="240">
                  <c:v>5.1281e-07</c:v>
                </c:pt>
                <c:pt idx="241">
                  <c:v>4.5399e-07</c:v>
                </c:pt>
                <c:pt idx="242">
                  <c:v>3.6927e-07</c:v>
                </c:pt>
                <c:pt idx="243">
                  <c:v>3.2172e-07</c:v>
                </c:pt>
                <c:pt idx="244">
                  <c:v>2.8562e-07</c:v>
                </c:pt>
                <c:pt idx="245">
                  <c:v>2.518e-07</c:v>
                </c:pt>
                <c:pt idx="246">
                  <c:v>2.3753e-07</c:v>
                </c:pt>
                <c:pt idx="247">
                  <c:v>2.6825e-07</c:v>
                </c:pt>
                <c:pt idx="248">
                  <c:v>3.1661e-07</c:v>
                </c:pt>
                <c:pt idx="249">
                  <c:v>3.534e-07</c:v>
                </c:pt>
                <c:pt idx="250">
                  <c:v>3.9203e-07</c:v>
                </c:pt>
                <c:pt idx="251">
                  <c:v>4.2538e-07</c:v>
                </c:pt>
                <c:pt idx="252">
                  <c:v>4.0142e-07</c:v>
                </c:pt>
                <c:pt idx="253">
                  <c:v>5.4346e-07</c:v>
                </c:pt>
                <c:pt idx="254">
                  <c:v>6.9999e-07</c:v>
                </c:pt>
                <c:pt idx="255">
                  <c:v>6.2214e-07</c:v>
                </c:pt>
                <c:pt idx="256">
                  <c:v>5.1022e-07</c:v>
                </c:pt>
                <c:pt idx="257">
                  <c:v>4.373e-07</c:v>
                </c:pt>
                <c:pt idx="258">
                  <c:v>4.0232e-07</c:v>
                </c:pt>
                <c:pt idx="259">
                  <c:v>4.1812e-07</c:v>
                </c:pt>
                <c:pt idx="260">
                  <c:v>4.5201e-07</c:v>
                </c:pt>
                <c:pt idx="261">
                  <c:v>4.9403e-07</c:v>
                </c:pt>
                <c:pt idx="262">
                  <c:v>4.8343e-07</c:v>
                </c:pt>
                <c:pt idx="263">
                  <c:v>4.5497e-07</c:v>
                </c:pt>
                <c:pt idx="264">
                  <c:v>4.418e-07</c:v>
                </c:pt>
                <c:pt idx="265">
                  <c:v>5.1257e-07</c:v>
                </c:pt>
                <c:pt idx="266">
                  <c:v>4.587e-07</c:v>
                </c:pt>
                <c:pt idx="267">
                  <c:v>3.7297e-07</c:v>
                </c:pt>
                <c:pt idx="268">
                  <c:v>3.2023e-07</c:v>
                </c:pt>
                <c:pt idx="269">
                  <c:v>2.8115e-07</c:v>
                </c:pt>
                <c:pt idx="270">
                  <c:v>2.5706e-07</c:v>
                </c:pt>
                <c:pt idx="271">
                  <c:v>2.7186e-07</c:v>
                </c:pt>
                <c:pt idx="272">
                  <c:v>3.0273e-07</c:v>
                </c:pt>
                <c:pt idx="273">
                  <c:v>3.5393e-07</c:v>
                </c:pt>
                <c:pt idx="274">
                  <c:v>3.8565e-07</c:v>
                </c:pt>
                <c:pt idx="275">
                  <c:v>4.1646e-07</c:v>
                </c:pt>
                <c:pt idx="276">
                  <c:v>4.0744e-07</c:v>
                </c:pt>
                <c:pt idx="277">
                  <c:v>4.4414e-07</c:v>
                </c:pt>
                <c:pt idx="278">
                  <c:v>6.5962e-07</c:v>
                </c:pt>
                <c:pt idx="279">
                  <c:v>6.5179e-07</c:v>
                </c:pt>
                <c:pt idx="280">
                  <c:v>5.1888e-07</c:v>
                </c:pt>
                <c:pt idx="281">
                  <c:v>4.3585e-07</c:v>
                </c:pt>
                <c:pt idx="282">
                  <c:v>3.9433e-07</c:v>
                </c:pt>
                <c:pt idx="283">
                  <c:v>3.8567e-07</c:v>
                </c:pt>
                <c:pt idx="284">
                  <c:v>4.1332e-07</c:v>
                </c:pt>
                <c:pt idx="285">
                  <c:v>4.6731e-07</c:v>
                </c:pt>
                <c:pt idx="286">
                  <c:v>4.8954e-07</c:v>
                </c:pt>
                <c:pt idx="287">
                  <c:v>5.1404e-07</c:v>
                </c:pt>
                <c:pt idx="288">
                  <c:v>4.3532e-07</c:v>
                </c:pt>
                <c:pt idx="289">
                  <c:v>4.2837e-07</c:v>
                </c:pt>
                <c:pt idx="290">
                  <c:v>4.856e-07</c:v>
                </c:pt>
                <c:pt idx="291">
                  <c:v>4.3679e-07</c:v>
                </c:pt>
                <c:pt idx="292">
                  <c:v>3.4994e-07</c:v>
                </c:pt>
                <c:pt idx="293">
                  <c:v>2.9634e-07</c:v>
                </c:pt>
                <c:pt idx="294">
                  <c:v>2.5845e-07</c:v>
                </c:pt>
                <c:pt idx="295">
                  <c:v>2.3581e-07</c:v>
                </c:pt>
                <c:pt idx="296">
                  <c:v>2.6259e-07</c:v>
                </c:pt>
                <c:pt idx="297">
                  <c:v>3.1679e-07</c:v>
                </c:pt>
                <c:pt idx="298">
                  <c:v>3.5814e-07</c:v>
                </c:pt>
                <c:pt idx="299">
                  <c:v>3.9772e-07</c:v>
                </c:pt>
                <c:pt idx="300">
                  <c:v>4.0993e-07</c:v>
                </c:pt>
                <c:pt idx="301">
                  <c:v>4.1406e-07</c:v>
                </c:pt>
                <c:pt idx="302">
                  <c:v>5.8176e-07</c:v>
                </c:pt>
                <c:pt idx="303">
                  <c:v>6.0521e-07</c:v>
                </c:pt>
                <c:pt idx="304">
                  <c:v>4.7496e-07</c:v>
                </c:pt>
                <c:pt idx="305">
                  <c:v>3.8043e-07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Sheet1!$B$925</c:f>
              <c:strCache>
                <c:ptCount val="1"/>
                <c:pt idx="0">
                  <c:v>z-velocity</c:v>
                </c:pt>
              </c:strCache>
            </c:strRef>
          </c:tx>
          <c:spPr>
            <a:ln w="15875">
              <a:solidFill>
                <a:srgbClr val="9B8CF2"/>
              </a:solidFill>
            </a:ln>
          </c:spPr>
          <c:marker>
            <c:symbol val="none"/>
          </c:marker>
          <c:xVal>
            <c:numRef>
              <c:f>Sheet1!$A$926:$A$1231</c:f>
              <c:numCache>
                <c:formatCode>General</c:formatCode>
                <c:ptCount val="306"/>
                <c:pt idx="0">
                  <c:v>1.0</c:v>
                </c:pt>
                <c:pt idx="1">
                  <c:v>4.0</c:v>
                </c:pt>
                <c:pt idx="2">
                  <c:v>7.0</c:v>
                </c:pt>
                <c:pt idx="3">
                  <c:v>10.0</c:v>
                </c:pt>
                <c:pt idx="4">
                  <c:v>13.0</c:v>
                </c:pt>
                <c:pt idx="5">
                  <c:v>16.0</c:v>
                </c:pt>
                <c:pt idx="6">
                  <c:v>19.0</c:v>
                </c:pt>
                <c:pt idx="7">
                  <c:v>22.0</c:v>
                </c:pt>
                <c:pt idx="8">
                  <c:v>25.0</c:v>
                </c:pt>
                <c:pt idx="9">
                  <c:v>28.0</c:v>
                </c:pt>
                <c:pt idx="10">
                  <c:v>31.0</c:v>
                </c:pt>
                <c:pt idx="11">
                  <c:v>34.0</c:v>
                </c:pt>
                <c:pt idx="12">
                  <c:v>37.0</c:v>
                </c:pt>
                <c:pt idx="13">
                  <c:v>40.0</c:v>
                </c:pt>
                <c:pt idx="14">
                  <c:v>43.0</c:v>
                </c:pt>
                <c:pt idx="15">
                  <c:v>46.0</c:v>
                </c:pt>
                <c:pt idx="16">
                  <c:v>49.0</c:v>
                </c:pt>
                <c:pt idx="17">
                  <c:v>51.0</c:v>
                </c:pt>
                <c:pt idx="18">
                  <c:v>54.0</c:v>
                </c:pt>
                <c:pt idx="19">
                  <c:v>57.0</c:v>
                </c:pt>
                <c:pt idx="20">
                  <c:v>60.0</c:v>
                </c:pt>
                <c:pt idx="21">
                  <c:v>63.0</c:v>
                </c:pt>
                <c:pt idx="22">
                  <c:v>66.0</c:v>
                </c:pt>
                <c:pt idx="23">
                  <c:v>69.0</c:v>
                </c:pt>
                <c:pt idx="24">
                  <c:v>72.0</c:v>
                </c:pt>
                <c:pt idx="25">
                  <c:v>75.0</c:v>
                </c:pt>
                <c:pt idx="26">
                  <c:v>78.0</c:v>
                </c:pt>
                <c:pt idx="27">
                  <c:v>81.0</c:v>
                </c:pt>
                <c:pt idx="28">
                  <c:v>84.0</c:v>
                </c:pt>
                <c:pt idx="29">
                  <c:v>87.0</c:v>
                </c:pt>
                <c:pt idx="30">
                  <c:v>90.0</c:v>
                </c:pt>
                <c:pt idx="31">
                  <c:v>93.0</c:v>
                </c:pt>
                <c:pt idx="32">
                  <c:v>96.0</c:v>
                </c:pt>
                <c:pt idx="33">
                  <c:v>99.0</c:v>
                </c:pt>
                <c:pt idx="34">
                  <c:v>101.0</c:v>
                </c:pt>
                <c:pt idx="35">
                  <c:v>104.0</c:v>
                </c:pt>
                <c:pt idx="36">
                  <c:v>107.0</c:v>
                </c:pt>
                <c:pt idx="37">
                  <c:v>110.0</c:v>
                </c:pt>
                <c:pt idx="38">
                  <c:v>113.0</c:v>
                </c:pt>
                <c:pt idx="39">
                  <c:v>116.0</c:v>
                </c:pt>
                <c:pt idx="40">
                  <c:v>119.0</c:v>
                </c:pt>
                <c:pt idx="41">
                  <c:v>122.0</c:v>
                </c:pt>
                <c:pt idx="42">
                  <c:v>125.0</c:v>
                </c:pt>
                <c:pt idx="43">
                  <c:v>128.0</c:v>
                </c:pt>
                <c:pt idx="44">
                  <c:v>131.0</c:v>
                </c:pt>
                <c:pt idx="45">
                  <c:v>134.0</c:v>
                </c:pt>
                <c:pt idx="46">
                  <c:v>137.0</c:v>
                </c:pt>
                <c:pt idx="47">
                  <c:v>140.0</c:v>
                </c:pt>
                <c:pt idx="48">
                  <c:v>143.0</c:v>
                </c:pt>
                <c:pt idx="49">
                  <c:v>146.0</c:v>
                </c:pt>
                <c:pt idx="50">
                  <c:v>149.0</c:v>
                </c:pt>
                <c:pt idx="51">
                  <c:v>151.0</c:v>
                </c:pt>
                <c:pt idx="52">
                  <c:v>154.0</c:v>
                </c:pt>
                <c:pt idx="53">
                  <c:v>157.0</c:v>
                </c:pt>
                <c:pt idx="54">
                  <c:v>160.0</c:v>
                </c:pt>
                <c:pt idx="55">
                  <c:v>163.0</c:v>
                </c:pt>
                <c:pt idx="56">
                  <c:v>166.0</c:v>
                </c:pt>
                <c:pt idx="57">
                  <c:v>169.0</c:v>
                </c:pt>
                <c:pt idx="58">
                  <c:v>172.0</c:v>
                </c:pt>
                <c:pt idx="59">
                  <c:v>175.0</c:v>
                </c:pt>
                <c:pt idx="60">
                  <c:v>178.0</c:v>
                </c:pt>
                <c:pt idx="61">
                  <c:v>181.0</c:v>
                </c:pt>
                <c:pt idx="62">
                  <c:v>184.0</c:v>
                </c:pt>
                <c:pt idx="63">
                  <c:v>187.0</c:v>
                </c:pt>
                <c:pt idx="64">
                  <c:v>190.0</c:v>
                </c:pt>
                <c:pt idx="65">
                  <c:v>193.0</c:v>
                </c:pt>
                <c:pt idx="66">
                  <c:v>196.0</c:v>
                </c:pt>
                <c:pt idx="67">
                  <c:v>199.0</c:v>
                </c:pt>
                <c:pt idx="68">
                  <c:v>201.0</c:v>
                </c:pt>
                <c:pt idx="69">
                  <c:v>204.0</c:v>
                </c:pt>
                <c:pt idx="70">
                  <c:v>207.0</c:v>
                </c:pt>
                <c:pt idx="71">
                  <c:v>210.0</c:v>
                </c:pt>
                <c:pt idx="72">
                  <c:v>213.0</c:v>
                </c:pt>
                <c:pt idx="73">
                  <c:v>216.0</c:v>
                </c:pt>
                <c:pt idx="74">
                  <c:v>219.0</c:v>
                </c:pt>
                <c:pt idx="75">
                  <c:v>222.0</c:v>
                </c:pt>
                <c:pt idx="76">
                  <c:v>225.0</c:v>
                </c:pt>
                <c:pt idx="77">
                  <c:v>228.0</c:v>
                </c:pt>
                <c:pt idx="78">
                  <c:v>231.0</c:v>
                </c:pt>
                <c:pt idx="79">
                  <c:v>234.0</c:v>
                </c:pt>
                <c:pt idx="80">
                  <c:v>237.0</c:v>
                </c:pt>
                <c:pt idx="81">
                  <c:v>240.0</c:v>
                </c:pt>
                <c:pt idx="82">
                  <c:v>243.0</c:v>
                </c:pt>
                <c:pt idx="83">
                  <c:v>246.0</c:v>
                </c:pt>
                <c:pt idx="84">
                  <c:v>249.0</c:v>
                </c:pt>
                <c:pt idx="85">
                  <c:v>251.0</c:v>
                </c:pt>
                <c:pt idx="86">
                  <c:v>254.0</c:v>
                </c:pt>
                <c:pt idx="87">
                  <c:v>257.0</c:v>
                </c:pt>
                <c:pt idx="88">
                  <c:v>260.0</c:v>
                </c:pt>
                <c:pt idx="89">
                  <c:v>263.0</c:v>
                </c:pt>
                <c:pt idx="90">
                  <c:v>266.0</c:v>
                </c:pt>
                <c:pt idx="91">
                  <c:v>269.0</c:v>
                </c:pt>
                <c:pt idx="92">
                  <c:v>272.0</c:v>
                </c:pt>
                <c:pt idx="93">
                  <c:v>275.0</c:v>
                </c:pt>
                <c:pt idx="94">
                  <c:v>278.0</c:v>
                </c:pt>
                <c:pt idx="95">
                  <c:v>281.0</c:v>
                </c:pt>
                <c:pt idx="96">
                  <c:v>284.0</c:v>
                </c:pt>
                <c:pt idx="97">
                  <c:v>287.0</c:v>
                </c:pt>
                <c:pt idx="98">
                  <c:v>290.0</c:v>
                </c:pt>
                <c:pt idx="99">
                  <c:v>293.0</c:v>
                </c:pt>
                <c:pt idx="100">
                  <c:v>296.0</c:v>
                </c:pt>
                <c:pt idx="101">
                  <c:v>299.0</c:v>
                </c:pt>
                <c:pt idx="102">
                  <c:v>301.0</c:v>
                </c:pt>
                <c:pt idx="103">
                  <c:v>304.0</c:v>
                </c:pt>
                <c:pt idx="104">
                  <c:v>307.0</c:v>
                </c:pt>
                <c:pt idx="105">
                  <c:v>310.0</c:v>
                </c:pt>
                <c:pt idx="106">
                  <c:v>313.0</c:v>
                </c:pt>
                <c:pt idx="107">
                  <c:v>316.0</c:v>
                </c:pt>
                <c:pt idx="108">
                  <c:v>319.0</c:v>
                </c:pt>
                <c:pt idx="109">
                  <c:v>322.0</c:v>
                </c:pt>
                <c:pt idx="110">
                  <c:v>325.0</c:v>
                </c:pt>
                <c:pt idx="111">
                  <c:v>328.0</c:v>
                </c:pt>
                <c:pt idx="112">
                  <c:v>331.0</c:v>
                </c:pt>
                <c:pt idx="113">
                  <c:v>334.0</c:v>
                </c:pt>
                <c:pt idx="114">
                  <c:v>337.0</c:v>
                </c:pt>
                <c:pt idx="115">
                  <c:v>340.0</c:v>
                </c:pt>
                <c:pt idx="116">
                  <c:v>343.0</c:v>
                </c:pt>
                <c:pt idx="117">
                  <c:v>346.0</c:v>
                </c:pt>
                <c:pt idx="118">
                  <c:v>349.0</c:v>
                </c:pt>
                <c:pt idx="119">
                  <c:v>351.0</c:v>
                </c:pt>
                <c:pt idx="120">
                  <c:v>354.0</c:v>
                </c:pt>
                <c:pt idx="121">
                  <c:v>357.0</c:v>
                </c:pt>
                <c:pt idx="122">
                  <c:v>360.0</c:v>
                </c:pt>
                <c:pt idx="123">
                  <c:v>363.0</c:v>
                </c:pt>
                <c:pt idx="124">
                  <c:v>366.0</c:v>
                </c:pt>
                <c:pt idx="125">
                  <c:v>369.0</c:v>
                </c:pt>
                <c:pt idx="126">
                  <c:v>372.0</c:v>
                </c:pt>
                <c:pt idx="127">
                  <c:v>375.0</c:v>
                </c:pt>
                <c:pt idx="128">
                  <c:v>378.0</c:v>
                </c:pt>
                <c:pt idx="129">
                  <c:v>381.0</c:v>
                </c:pt>
                <c:pt idx="130">
                  <c:v>384.0</c:v>
                </c:pt>
                <c:pt idx="131">
                  <c:v>387.0</c:v>
                </c:pt>
                <c:pt idx="132">
                  <c:v>390.0</c:v>
                </c:pt>
                <c:pt idx="133">
                  <c:v>393.0</c:v>
                </c:pt>
                <c:pt idx="134">
                  <c:v>396.0</c:v>
                </c:pt>
                <c:pt idx="135">
                  <c:v>399.0</c:v>
                </c:pt>
                <c:pt idx="136">
                  <c:v>401.0</c:v>
                </c:pt>
                <c:pt idx="137">
                  <c:v>404.0</c:v>
                </c:pt>
                <c:pt idx="138">
                  <c:v>407.0</c:v>
                </c:pt>
                <c:pt idx="139">
                  <c:v>410.0</c:v>
                </c:pt>
                <c:pt idx="140">
                  <c:v>413.0</c:v>
                </c:pt>
                <c:pt idx="141">
                  <c:v>416.0</c:v>
                </c:pt>
                <c:pt idx="142">
                  <c:v>419.0</c:v>
                </c:pt>
                <c:pt idx="143">
                  <c:v>422.0</c:v>
                </c:pt>
                <c:pt idx="144">
                  <c:v>425.0</c:v>
                </c:pt>
                <c:pt idx="145">
                  <c:v>428.0</c:v>
                </c:pt>
                <c:pt idx="146">
                  <c:v>431.0</c:v>
                </c:pt>
                <c:pt idx="147">
                  <c:v>434.0</c:v>
                </c:pt>
                <c:pt idx="148">
                  <c:v>437.0</c:v>
                </c:pt>
                <c:pt idx="149">
                  <c:v>440.0</c:v>
                </c:pt>
                <c:pt idx="150">
                  <c:v>443.0</c:v>
                </c:pt>
                <c:pt idx="151">
                  <c:v>446.0</c:v>
                </c:pt>
                <c:pt idx="152">
                  <c:v>449.0</c:v>
                </c:pt>
                <c:pt idx="153">
                  <c:v>451.0</c:v>
                </c:pt>
                <c:pt idx="154">
                  <c:v>454.0</c:v>
                </c:pt>
                <c:pt idx="155">
                  <c:v>457.0</c:v>
                </c:pt>
                <c:pt idx="156">
                  <c:v>460.0</c:v>
                </c:pt>
                <c:pt idx="157">
                  <c:v>463.0</c:v>
                </c:pt>
                <c:pt idx="158">
                  <c:v>466.0</c:v>
                </c:pt>
                <c:pt idx="159">
                  <c:v>469.0</c:v>
                </c:pt>
                <c:pt idx="160">
                  <c:v>472.0</c:v>
                </c:pt>
                <c:pt idx="161">
                  <c:v>475.0</c:v>
                </c:pt>
                <c:pt idx="162">
                  <c:v>478.0</c:v>
                </c:pt>
                <c:pt idx="163">
                  <c:v>481.0</c:v>
                </c:pt>
                <c:pt idx="164">
                  <c:v>484.0</c:v>
                </c:pt>
                <c:pt idx="165">
                  <c:v>487.0</c:v>
                </c:pt>
                <c:pt idx="166">
                  <c:v>490.0</c:v>
                </c:pt>
                <c:pt idx="167">
                  <c:v>493.0</c:v>
                </c:pt>
                <c:pt idx="168">
                  <c:v>496.0</c:v>
                </c:pt>
                <c:pt idx="169">
                  <c:v>499.0</c:v>
                </c:pt>
                <c:pt idx="170">
                  <c:v>501.0</c:v>
                </c:pt>
                <c:pt idx="171">
                  <c:v>504.0</c:v>
                </c:pt>
                <c:pt idx="172">
                  <c:v>507.0</c:v>
                </c:pt>
                <c:pt idx="173">
                  <c:v>510.0</c:v>
                </c:pt>
                <c:pt idx="174">
                  <c:v>513.0</c:v>
                </c:pt>
                <c:pt idx="175">
                  <c:v>516.0</c:v>
                </c:pt>
                <c:pt idx="176">
                  <c:v>519.0</c:v>
                </c:pt>
                <c:pt idx="177">
                  <c:v>522.0</c:v>
                </c:pt>
                <c:pt idx="178">
                  <c:v>525.0</c:v>
                </c:pt>
                <c:pt idx="179">
                  <c:v>528.0</c:v>
                </c:pt>
                <c:pt idx="180">
                  <c:v>531.0</c:v>
                </c:pt>
                <c:pt idx="181">
                  <c:v>534.0</c:v>
                </c:pt>
                <c:pt idx="182">
                  <c:v>537.0</c:v>
                </c:pt>
                <c:pt idx="183">
                  <c:v>540.0</c:v>
                </c:pt>
                <c:pt idx="184">
                  <c:v>543.0</c:v>
                </c:pt>
                <c:pt idx="185">
                  <c:v>546.0</c:v>
                </c:pt>
                <c:pt idx="186">
                  <c:v>549.0</c:v>
                </c:pt>
                <c:pt idx="187">
                  <c:v>551.0</c:v>
                </c:pt>
                <c:pt idx="188">
                  <c:v>554.0</c:v>
                </c:pt>
                <c:pt idx="189">
                  <c:v>557.0</c:v>
                </c:pt>
                <c:pt idx="190">
                  <c:v>560.0</c:v>
                </c:pt>
                <c:pt idx="191">
                  <c:v>563.0</c:v>
                </c:pt>
                <c:pt idx="192">
                  <c:v>566.0</c:v>
                </c:pt>
                <c:pt idx="193">
                  <c:v>569.0</c:v>
                </c:pt>
                <c:pt idx="194">
                  <c:v>572.0</c:v>
                </c:pt>
                <c:pt idx="195">
                  <c:v>575.0</c:v>
                </c:pt>
                <c:pt idx="196">
                  <c:v>578.0</c:v>
                </c:pt>
                <c:pt idx="197">
                  <c:v>581.0</c:v>
                </c:pt>
                <c:pt idx="198">
                  <c:v>584.0</c:v>
                </c:pt>
                <c:pt idx="199">
                  <c:v>587.0</c:v>
                </c:pt>
                <c:pt idx="200">
                  <c:v>590.0</c:v>
                </c:pt>
                <c:pt idx="201">
                  <c:v>593.0</c:v>
                </c:pt>
                <c:pt idx="202">
                  <c:v>596.0</c:v>
                </c:pt>
                <c:pt idx="203">
                  <c:v>599.0</c:v>
                </c:pt>
                <c:pt idx="204">
                  <c:v>601.0</c:v>
                </c:pt>
                <c:pt idx="205">
                  <c:v>604.0</c:v>
                </c:pt>
                <c:pt idx="206">
                  <c:v>607.0</c:v>
                </c:pt>
                <c:pt idx="207">
                  <c:v>610.0</c:v>
                </c:pt>
                <c:pt idx="208">
                  <c:v>613.0</c:v>
                </c:pt>
                <c:pt idx="209">
                  <c:v>616.0</c:v>
                </c:pt>
                <c:pt idx="210">
                  <c:v>619.0</c:v>
                </c:pt>
                <c:pt idx="211">
                  <c:v>622.0</c:v>
                </c:pt>
                <c:pt idx="212">
                  <c:v>625.0</c:v>
                </c:pt>
                <c:pt idx="213">
                  <c:v>628.0</c:v>
                </c:pt>
                <c:pt idx="214">
                  <c:v>631.0</c:v>
                </c:pt>
                <c:pt idx="215">
                  <c:v>634.0</c:v>
                </c:pt>
                <c:pt idx="216">
                  <c:v>637.0</c:v>
                </c:pt>
                <c:pt idx="217">
                  <c:v>640.0</c:v>
                </c:pt>
                <c:pt idx="218">
                  <c:v>643.0</c:v>
                </c:pt>
                <c:pt idx="219">
                  <c:v>646.0</c:v>
                </c:pt>
                <c:pt idx="220">
                  <c:v>649.0</c:v>
                </c:pt>
                <c:pt idx="221">
                  <c:v>651.0</c:v>
                </c:pt>
                <c:pt idx="222">
                  <c:v>654.0</c:v>
                </c:pt>
                <c:pt idx="223">
                  <c:v>657.0</c:v>
                </c:pt>
                <c:pt idx="224">
                  <c:v>660.0</c:v>
                </c:pt>
                <c:pt idx="225">
                  <c:v>663.0</c:v>
                </c:pt>
                <c:pt idx="226">
                  <c:v>666.0</c:v>
                </c:pt>
                <c:pt idx="227">
                  <c:v>669.0</c:v>
                </c:pt>
                <c:pt idx="228">
                  <c:v>672.0</c:v>
                </c:pt>
                <c:pt idx="229">
                  <c:v>675.0</c:v>
                </c:pt>
                <c:pt idx="230">
                  <c:v>678.0</c:v>
                </c:pt>
                <c:pt idx="231">
                  <c:v>681.0</c:v>
                </c:pt>
                <c:pt idx="232">
                  <c:v>684.0</c:v>
                </c:pt>
                <c:pt idx="233">
                  <c:v>687.0</c:v>
                </c:pt>
                <c:pt idx="234">
                  <c:v>690.0</c:v>
                </c:pt>
                <c:pt idx="235">
                  <c:v>693.0</c:v>
                </c:pt>
                <c:pt idx="236">
                  <c:v>696.0</c:v>
                </c:pt>
                <c:pt idx="237">
                  <c:v>699.0</c:v>
                </c:pt>
                <c:pt idx="238">
                  <c:v>701.0</c:v>
                </c:pt>
                <c:pt idx="239">
                  <c:v>704.0</c:v>
                </c:pt>
                <c:pt idx="240">
                  <c:v>707.0</c:v>
                </c:pt>
                <c:pt idx="241">
                  <c:v>710.0</c:v>
                </c:pt>
                <c:pt idx="242">
                  <c:v>713.0</c:v>
                </c:pt>
                <c:pt idx="243">
                  <c:v>716.0</c:v>
                </c:pt>
                <c:pt idx="244">
                  <c:v>719.0</c:v>
                </c:pt>
                <c:pt idx="245">
                  <c:v>722.0</c:v>
                </c:pt>
                <c:pt idx="246">
                  <c:v>725.0</c:v>
                </c:pt>
                <c:pt idx="247">
                  <c:v>728.0</c:v>
                </c:pt>
                <c:pt idx="248">
                  <c:v>731.0</c:v>
                </c:pt>
                <c:pt idx="249">
                  <c:v>734.0</c:v>
                </c:pt>
                <c:pt idx="250">
                  <c:v>737.0</c:v>
                </c:pt>
                <c:pt idx="251">
                  <c:v>740.0</c:v>
                </c:pt>
                <c:pt idx="252">
                  <c:v>743.0</c:v>
                </c:pt>
                <c:pt idx="253">
                  <c:v>746.0</c:v>
                </c:pt>
                <c:pt idx="254">
                  <c:v>749.0</c:v>
                </c:pt>
                <c:pt idx="255">
                  <c:v>751.0</c:v>
                </c:pt>
                <c:pt idx="256">
                  <c:v>754.0</c:v>
                </c:pt>
                <c:pt idx="257">
                  <c:v>757.0</c:v>
                </c:pt>
                <c:pt idx="258">
                  <c:v>760.0</c:v>
                </c:pt>
                <c:pt idx="259">
                  <c:v>763.0</c:v>
                </c:pt>
                <c:pt idx="260">
                  <c:v>766.0</c:v>
                </c:pt>
                <c:pt idx="261">
                  <c:v>769.0</c:v>
                </c:pt>
                <c:pt idx="262">
                  <c:v>772.0</c:v>
                </c:pt>
                <c:pt idx="263">
                  <c:v>775.0</c:v>
                </c:pt>
                <c:pt idx="264">
                  <c:v>778.0</c:v>
                </c:pt>
                <c:pt idx="265">
                  <c:v>781.0</c:v>
                </c:pt>
                <c:pt idx="266">
                  <c:v>784.0</c:v>
                </c:pt>
                <c:pt idx="267">
                  <c:v>787.0</c:v>
                </c:pt>
                <c:pt idx="268">
                  <c:v>790.0</c:v>
                </c:pt>
                <c:pt idx="269">
                  <c:v>793.0</c:v>
                </c:pt>
                <c:pt idx="270">
                  <c:v>796.0</c:v>
                </c:pt>
                <c:pt idx="271">
                  <c:v>799.0</c:v>
                </c:pt>
                <c:pt idx="272">
                  <c:v>801.0</c:v>
                </c:pt>
                <c:pt idx="273">
                  <c:v>804.0</c:v>
                </c:pt>
                <c:pt idx="274">
                  <c:v>807.0</c:v>
                </c:pt>
                <c:pt idx="275">
                  <c:v>810.0</c:v>
                </c:pt>
                <c:pt idx="276">
                  <c:v>813.0</c:v>
                </c:pt>
                <c:pt idx="277">
                  <c:v>816.0</c:v>
                </c:pt>
                <c:pt idx="278">
                  <c:v>819.0</c:v>
                </c:pt>
                <c:pt idx="279">
                  <c:v>822.0</c:v>
                </c:pt>
                <c:pt idx="280">
                  <c:v>825.0</c:v>
                </c:pt>
                <c:pt idx="281">
                  <c:v>828.0</c:v>
                </c:pt>
                <c:pt idx="282">
                  <c:v>831.0</c:v>
                </c:pt>
                <c:pt idx="283">
                  <c:v>834.0</c:v>
                </c:pt>
                <c:pt idx="284">
                  <c:v>837.0</c:v>
                </c:pt>
                <c:pt idx="285">
                  <c:v>840.0</c:v>
                </c:pt>
                <c:pt idx="286">
                  <c:v>843.0</c:v>
                </c:pt>
                <c:pt idx="287">
                  <c:v>846.0</c:v>
                </c:pt>
                <c:pt idx="288">
                  <c:v>849.0</c:v>
                </c:pt>
                <c:pt idx="289">
                  <c:v>851.0</c:v>
                </c:pt>
                <c:pt idx="290">
                  <c:v>854.0</c:v>
                </c:pt>
                <c:pt idx="291">
                  <c:v>857.0</c:v>
                </c:pt>
                <c:pt idx="292">
                  <c:v>860.0</c:v>
                </c:pt>
                <c:pt idx="293">
                  <c:v>863.0</c:v>
                </c:pt>
                <c:pt idx="294">
                  <c:v>866.0</c:v>
                </c:pt>
                <c:pt idx="295">
                  <c:v>869.0</c:v>
                </c:pt>
                <c:pt idx="296">
                  <c:v>872.0</c:v>
                </c:pt>
                <c:pt idx="297">
                  <c:v>875.0</c:v>
                </c:pt>
                <c:pt idx="298">
                  <c:v>878.0</c:v>
                </c:pt>
                <c:pt idx="299">
                  <c:v>881.0</c:v>
                </c:pt>
                <c:pt idx="300">
                  <c:v>884.0</c:v>
                </c:pt>
                <c:pt idx="301">
                  <c:v>887.0</c:v>
                </c:pt>
                <c:pt idx="302">
                  <c:v>890.0</c:v>
                </c:pt>
                <c:pt idx="303">
                  <c:v>893.0</c:v>
                </c:pt>
                <c:pt idx="304">
                  <c:v>896.0</c:v>
                </c:pt>
                <c:pt idx="305">
                  <c:v>899.0</c:v>
                </c:pt>
              </c:numCache>
            </c:numRef>
          </c:xVal>
          <c:yVal>
            <c:numRef>
              <c:f>Sheet1!$B$926:$B$1231</c:f>
              <c:numCache>
                <c:formatCode>General</c:formatCode>
                <c:ptCount val="306"/>
                <c:pt idx="0">
                  <c:v>8.7674e-06</c:v>
                </c:pt>
                <c:pt idx="1">
                  <c:v>2.1792e-06</c:v>
                </c:pt>
                <c:pt idx="2">
                  <c:v>1.5031e-06</c:v>
                </c:pt>
                <c:pt idx="3">
                  <c:v>1.0975e-06</c:v>
                </c:pt>
                <c:pt idx="4">
                  <c:v>7.6063e-07</c:v>
                </c:pt>
                <c:pt idx="5">
                  <c:v>5.1565e-07</c:v>
                </c:pt>
                <c:pt idx="6">
                  <c:v>3.4563e-07</c:v>
                </c:pt>
                <c:pt idx="7">
                  <c:v>2.2812e-07</c:v>
                </c:pt>
                <c:pt idx="8">
                  <c:v>1.5083e-07</c:v>
                </c:pt>
                <c:pt idx="9">
                  <c:v>1.0594e-07</c:v>
                </c:pt>
                <c:pt idx="10">
                  <c:v>8.3881e-08</c:v>
                </c:pt>
                <c:pt idx="11">
                  <c:v>7.2443e-08</c:v>
                </c:pt>
                <c:pt idx="12">
                  <c:v>5.9859e-08</c:v>
                </c:pt>
                <c:pt idx="13">
                  <c:v>4.6458e-08</c:v>
                </c:pt>
                <c:pt idx="14">
                  <c:v>3.7309e-08</c:v>
                </c:pt>
                <c:pt idx="15">
                  <c:v>3.1741e-08</c:v>
                </c:pt>
                <c:pt idx="16">
                  <c:v>3.1296e-08</c:v>
                </c:pt>
                <c:pt idx="17">
                  <c:v>3.3815e-08</c:v>
                </c:pt>
                <c:pt idx="18">
                  <c:v>3.7878e-08</c:v>
                </c:pt>
                <c:pt idx="19">
                  <c:v>3.9935e-08</c:v>
                </c:pt>
                <c:pt idx="20">
                  <c:v>3.9377e-08</c:v>
                </c:pt>
                <c:pt idx="21">
                  <c:v>3.4753e-08</c:v>
                </c:pt>
                <c:pt idx="22">
                  <c:v>2.6666e-08</c:v>
                </c:pt>
                <c:pt idx="23">
                  <c:v>2.1803e-08</c:v>
                </c:pt>
                <c:pt idx="24">
                  <c:v>1.7507e-08</c:v>
                </c:pt>
                <c:pt idx="25">
                  <c:v>1.36e-08</c:v>
                </c:pt>
                <c:pt idx="26">
                  <c:v>1.2241e-08</c:v>
                </c:pt>
                <c:pt idx="27">
                  <c:v>1.274e-08</c:v>
                </c:pt>
                <c:pt idx="28">
                  <c:v>1.2435e-08</c:v>
                </c:pt>
                <c:pt idx="29">
                  <c:v>1.1506e-08</c:v>
                </c:pt>
                <c:pt idx="30">
                  <c:v>1.003e-08</c:v>
                </c:pt>
                <c:pt idx="31">
                  <c:v>8.7869e-09</c:v>
                </c:pt>
                <c:pt idx="32">
                  <c:v>7.569e-09</c:v>
                </c:pt>
                <c:pt idx="33">
                  <c:v>6.4028e-09</c:v>
                </c:pt>
                <c:pt idx="34">
                  <c:v>5.6991e-09</c:v>
                </c:pt>
                <c:pt idx="35">
                  <c:v>4.8912e-09</c:v>
                </c:pt>
                <c:pt idx="36">
                  <c:v>4.12e-09</c:v>
                </c:pt>
                <c:pt idx="37">
                  <c:v>3.7261e-09</c:v>
                </c:pt>
                <c:pt idx="38">
                  <c:v>3.6386e-09</c:v>
                </c:pt>
                <c:pt idx="39">
                  <c:v>3.3758e-09</c:v>
                </c:pt>
                <c:pt idx="40">
                  <c:v>2.9231e-09</c:v>
                </c:pt>
                <c:pt idx="41">
                  <c:v>2.5743e-09</c:v>
                </c:pt>
                <c:pt idx="42">
                  <c:v>2.389e-09</c:v>
                </c:pt>
                <c:pt idx="43">
                  <c:v>2.3507e-09</c:v>
                </c:pt>
                <c:pt idx="44">
                  <c:v>2.5414e-09</c:v>
                </c:pt>
                <c:pt idx="45">
                  <c:v>2.71e-09</c:v>
                </c:pt>
                <c:pt idx="46">
                  <c:v>2.8299e-09</c:v>
                </c:pt>
                <c:pt idx="47">
                  <c:v>2.8335e-09</c:v>
                </c:pt>
                <c:pt idx="48">
                  <c:v>2.7181e-09</c:v>
                </c:pt>
                <c:pt idx="49">
                  <c:v>2.4762e-09</c:v>
                </c:pt>
                <c:pt idx="50">
                  <c:v>2.2757e-09</c:v>
                </c:pt>
                <c:pt idx="51">
                  <c:v>0.00021903</c:v>
                </c:pt>
                <c:pt idx="52">
                  <c:v>0.00040833</c:v>
                </c:pt>
                <c:pt idx="53">
                  <c:v>0.00014232</c:v>
                </c:pt>
                <c:pt idx="54">
                  <c:v>3.2091e-05</c:v>
                </c:pt>
                <c:pt idx="55">
                  <c:v>6.3951e-06</c:v>
                </c:pt>
                <c:pt idx="56">
                  <c:v>2.2095e-06</c:v>
                </c:pt>
                <c:pt idx="57">
                  <c:v>1.044e-06</c:v>
                </c:pt>
                <c:pt idx="58">
                  <c:v>5.865e-07</c:v>
                </c:pt>
                <c:pt idx="59">
                  <c:v>3.1895e-07</c:v>
                </c:pt>
                <c:pt idx="60">
                  <c:v>1.7107e-07</c:v>
                </c:pt>
                <c:pt idx="61">
                  <c:v>9.6196e-08</c:v>
                </c:pt>
                <c:pt idx="62">
                  <c:v>5.796e-08</c:v>
                </c:pt>
                <c:pt idx="63">
                  <c:v>3.8131e-08</c:v>
                </c:pt>
                <c:pt idx="64">
                  <c:v>2.7895e-08</c:v>
                </c:pt>
                <c:pt idx="65">
                  <c:v>2.1169e-08</c:v>
                </c:pt>
                <c:pt idx="66">
                  <c:v>1.6287e-08</c:v>
                </c:pt>
                <c:pt idx="67">
                  <c:v>1.3415e-08</c:v>
                </c:pt>
                <c:pt idx="68">
                  <c:v>1.2417e-08</c:v>
                </c:pt>
                <c:pt idx="69">
                  <c:v>1.1261e-08</c:v>
                </c:pt>
                <c:pt idx="70">
                  <c:v>9.8612e-09</c:v>
                </c:pt>
                <c:pt idx="71">
                  <c:v>8.4218e-09</c:v>
                </c:pt>
                <c:pt idx="72">
                  <c:v>7.3042e-09</c:v>
                </c:pt>
                <c:pt idx="73">
                  <c:v>6.4556e-09</c:v>
                </c:pt>
                <c:pt idx="74">
                  <c:v>5.6994e-09</c:v>
                </c:pt>
                <c:pt idx="75">
                  <c:v>5.07e-09</c:v>
                </c:pt>
                <c:pt idx="76">
                  <c:v>4.4688e-09</c:v>
                </c:pt>
                <c:pt idx="77">
                  <c:v>3.9036e-09</c:v>
                </c:pt>
                <c:pt idx="78">
                  <c:v>3.4814e-09</c:v>
                </c:pt>
                <c:pt idx="79">
                  <c:v>3.1585e-09</c:v>
                </c:pt>
                <c:pt idx="80">
                  <c:v>2.882e-09</c:v>
                </c:pt>
                <c:pt idx="81">
                  <c:v>2.6147e-09</c:v>
                </c:pt>
                <c:pt idx="82">
                  <c:v>2.4494e-09</c:v>
                </c:pt>
                <c:pt idx="83">
                  <c:v>2.3059e-09</c:v>
                </c:pt>
                <c:pt idx="84">
                  <c:v>2.1152e-09</c:v>
                </c:pt>
                <c:pt idx="85">
                  <c:v>2.0815e-09</c:v>
                </c:pt>
                <c:pt idx="86">
                  <c:v>2.0065e-09</c:v>
                </c:pt>
                <c:pt idx="87">
                  <c:v>1.9832e-09</c:v>
                </c:pt>
                <c:pt idx="88">
                  <c:v>1.8998e-09</c:v>
                </c:pt>
                <c:pt idx="89">
                  <c:v>1.802e-09</c:v>
                </c:pt>
                <c:pt idx="90">
                  <c:v>1.7597e-09</c:v>
                </c:pt>
                <c:pt idx="91">
                  <c:v>1.8405e-09</c:v>
                </c:pt>
                <c:pt idx="92">
                  <c:v>1.7932e-09</c:v>
                </c:pt>
                <c:pt idx="93">
                  <c:v>1.6331e-09</c:v>
                </c:pt>
                <c:pt idx="94">
                  <c:v>1.6554e-09</c:v>
                </c:pt>
                <c:pt idx="95">
                  <c:v>1.5293e-09</c:v>
                </c:pt>
                <c:pt idx="96">
                  <c:v>1.5487e-09</c:v>
                </c:pt>
                <c:pt idx="97">
                  <c:v>1.5439e-09</c:v>
                </c:pt>
                <c:pt idx="98">
                  <c:v>1.6434e-09</c:v>
                </c:pt>
                <c:pt idx="99">
                  <c:v>1.6252e-09</c:v>
                </c:pt>
                <c:pt idx="100">
                  <c:v>1.611e-09</c:v>
                </c:pt>
                <c:pt idx="101">
                  <c:v>1.7155e-09</c:v>
                </c:pt>
                <c:pt idx="102">
                  <c:v>0.00022932</c:v>
                </c:pt>
                <c:pt idx="103">
                  <c:v>0.00039022</c:v>
                </c:pt>
                <c:pt idx="104">
                  <c:v>0.00013476</c:v>
                </c:pt>
                <c:pt idx="105">
                  <c:v>3.0534e-05</c:v>
                </c:pt>
                <c:pt idx="106">
                  <c:v>6.2873e-06</c:v>
                </c:pt>
                <c:pt idx="107">
                  <c:v>2.3219e-06</c:v>
                </c:pt>
                <c:pt idx="108">
                  <c:v>1.2432e-06</c:v>
                </c:pt>
                <c:pt idx="109">
                  <c:v>8.4487e-07</c:v>
                </c:pt>
                <c:pt idx="110">
                  <c:v>6.6197e-07</c:v>
                </c:pt>
                <c:pt idx="111">
                  <c:v>5.6342e-07</c:v>
                </c:pt>
                <c:pt idx="112">
                  <c:v>4.8949e-07</c:v>
                </c:pt>
                <c:pt idx="113">
                  <c:v>4.4177e-07</c:v>
                </c:pt>
                <c:pt idx="114">
                  <c:v>3.9754e-07</c:v>
                </c:pt>
                <c:pt idx="115">
                  <c:v>3.6568e-07</c:v>
                </c:pt>
                <c:pt idx="116">
                  <c:v>3.3341e-07</c:v>
                </c:pt>
                <c:pt idx="117">
                  <c:v>4.1571e-07</c:v>
                </c:pt>
                <c:pt idx="118">
                  <c:v>5.9224e-07</c:v>
                </c:pt>
                <c:pt idx="119">
                  <c:v>5.7772e-07</c:v>
                </c:pt>
                <c:pt idx="120">
                  <c:v>4.4968e-07</c:v>
                </c:pt>
                <c:pt idx="121">
                  <c:v>3.4538e-07</c:v>
                </c:pt>
                <c:pt idx="122">
                  <c:v>3.0278e-07</c:v>
                </c:pt>
                <c:pt idx="123">
                  <c:v>2.956e-07</c:v>
                </c:pt>
                <c:pt idx="124">
                  <c:v>2.7685e-07</c:v>
                </c:pt>
                <c:pt idx="125">
                  <c:v>2.3846e-07</c:v>
                </c:pt>
                <c:pt idx="126">
                  <c:v>1.9334e-07</c:v>
                </c:pt>
                <c:pt idx="127">
                  <c:v>1.8512e-07</c:v>
                </c:pt>
                <c:pt idx="128">
                  <c:v>2.2906e-07</c:v>
                </c:pt>
                <c:pt idx="129">
                  <c:v>2.6708e-07</c:v>
                </c:pt>
                <c:pt idx="130">
                  <c:v>2.9829e-07</c:v>
                </c:pt>
                <c:pt idx="131">
                  <c:v>3.3197e-07</c:v>
                </c:pt>
                <c:pt idx="132">
                  <c:v>3.1646e-07</c:v>
                </c:pt>
                <c:pt idx="133">
                  <c:v>3.8416e-07</c:v>
                </c:pt>
                <c:pt idx="134">
                  <c:v>5.3369e-07</c:v>
                </c:pt>
                <c:pt idx="135">
                  <c:v>4.9071e-07</c:v>
                </c:pt>
                <c:pt idx="136">
                  <c:v>4.3758e-07</c:v>
                </c:pt>
                <c:pt idx="137">
                  <c:v>4.0267e-07</c:v>
                </c:pt>
                <c:pt idx="138">
                  <c:v>4.1181e-07</c:v>
                </c:pt>
                <c:pt idx="139">
                  <c:v>3.8319e-07</c:v>
                </c:pt>
                <c:pt idx="140">
                  <c:v>3.1283e-07</c:v>
                </c:pt>
                <c:pt idx="141">
                  <c:v>2.9205e-07</c:v>
                </c:pt>
                <c:pt idx="142">
                  <c:v>3.9027e-07</c:v>
                </c:pt>
                <c:pt idx="143">
                  <c:v>3.9292e-07</c:v>
                </c:pt>
                <c:pt idx="144">
                  <c:v>3.3647e-07</c:v>
                </c:pt>
                <c:pt idx="145">
                  <c:v>2.8511e-07</c:v>
                </c:pt>
                <c:pt idx="146">
                  <c:v>2.4031e-07</c:v>
                </c:pt>
                <c:pt idx="147">
                  <c:v>2.1651e-07</c:v>
                </c:pt>
                <c:pt idx="148">
                  <c:v>1.9989e-07</c:v>
                </c:pt>
                <c:pt idx="149">
                  <c:v>1.8274e-07</c:v>
                </c:pt>
                <c:pt idx="150">
                  <c:v>1.9909e-07</c:v>
                </c:pt>
                <c:pt idx="151">
                  <c:v>2.4286e-07</c:v>
                </c:pt>
                <c:pt idx="152">
                  <c:v>2.6796e-07</c:v>
                </c:pt>
                <c:pt idx="153">
                  <c:v>2.7432e-07</c:v>
                </c:pt>
                <c:pt idx="154">
                  <c:v>3.0897e-07</c:v>
                </c:pt>
                <c:pt idx="155">
                  <c:v>3.3739e-07</c:v>
                </c:pt>
                <c:pt idx="156">
                  <c:v>3.0342e-07</c:v>
                </c:pt>
                <c:pt idx="157">
                  <c:v>4.4468e-07</c:v>
                </c:pt>
                <c:pt idx="158">
                  <c:v>5.2151e-07</c:v>
                </c:pt>
                <c:pt idx="159">
                  <c:v>4.5297e-07</c:v>
                </c:pt>
                <c:pt idx="160">
                  <c:v>3.9337e-07</c:v>
                </c:pt>
                <c:pt idx="161">
                  <c:v>3.858e-07</c:v>
                </c:pt>
                <c:pt idx="162">
                  <c:v>4.1204e-07</c:v>
                </c:pt>
                <c:pt idx="163">
                  <c:v>4.1244e-07</c:v>
                </c:pt>
                <c:pt idx="164">
                  <c:v>3.1966e-07</c:v>
                </c:pt>
                <c:pt idx="165">
                  <c:v>2.8196e-07</c:v>
                </c:pt>
                <c:pt idx="166">
                  <c:v>3.8063e-07</c:v>
                </c:pt>
                <c:pt idx="167">
                  <c:v>4.2003e-07</c:v>
                </c:pt>
                <c:pt idx="168">
                  <c:v>3.5626e-07</c:v>
                </c:pt>
                <c:pt idx="169">
                  <c:v>2.8919e-07</c:v>
                </c:pt>
                <c:pt idx="170">
                  <c:v>2.5672e-07</c:v>
                </c:pt>
                <c:pt idx="171">
                  <c:v>2.2467e-07</c:v>
                </c:pt>
                <c:pt idx="172">
                  <c:v>2.0337e-07</c:v>
                </c:pt>
                <c:pt idx="173">
                  <c:v>1.8535e-07</c:v>
                </c:pt>
                <c:pt idx="174">
                  <c:v>1.9297e-07</c:v>
                </c:pt>
                <c:pt idx="175">
                  <c:v>2.3466e-07</c:v>
                </c:pt>
                <c:pt idx="176">
                  <c:v>2.755e-07</c:v>
                </c:pt>
                <c:pt idx="177">
                  <c:v>2.9538e-07</c:v>
                </c:pt>
                <c:pt idx="178">
                  <c:v>3.2059e-07</c:v>
                </c:pt>
                <c:pt idx="179">
                  <c:v>3.261e-07</c:v>
                </c:pt>
                <c:pt idx="180">
                  <c:v>3.1484e-07</c:v>
                </c:pt>
                <c:pt idx="181">
                  <c:v>5.019e-07</c:v>
                </c:pt>
                <c:pt idx="182">
                  <c:v>5.2048e-07</c:v>
                </c:pt>
                <c:pt idx="183">
                  <c:v>4.3252e-07</c:v>
                </c:pt>
                <c:pt idx="184">
                  <c:v>3.712e-07</c:v>
                </c:pt>
                <c:pt idx="185">
                  <c:v>3.7913e-07</c:v>
                </c:pt>
                <c:pt idx="186">
                  <c:v>4.1193e-07</c:v>
                </c:pt>
                <c:pt idx="187">
                  <c:v>4.298e-07</c:v>
                </c:pt>
                <c:pt idx="188">
                  <c:v>3.8652e-07</c:v>
                </c:pt>
                <c:pt idx="189">
                  <c:v>3.2071e-07</c:v>
                </c:pt>
                <c:pt idx="190">
                  <c:v>2.8884e-07</c:v>
                </c:pt>
                <c:pt idx="191">
                  <c:v>3.9821e-07</c:v>
                </c:pt>
                <c:pt idx="192">
                  <c:v>3.9751e-07</c:v>
                </c:pt>
                <c:pt idx="193">
                  <c:v>3.1685e-07</c:v>
                </c:pt>
                <c:pt idx="194">
                  <c:v>2.5228e-07</c:v>
                </c:pt>
                <c:pt idx="195">
                  <c:v>2.2173e-07</c:v>
                </c:pt>
                <c:pt idx="196">
                  <c:v>1.9786e-07</c:v>
                </c:pt>
                <c:pt idx="197">
                  <c:v>1.7689e-07</c:v>
                </c:pt>
                <c:pt idx="198">
                  <c:v>1.7952e-07</c:v>
                </c:pt>
                <c:pt idx="199">
                  <c:v>2.1727e-07</c:v>
                </c:pt>
                <c:pt idx="200">
                  <c:v>2.6767e-07</c:v>
                </c:pt>
                <c:pt idx="201">
                  <c:v>3.0413e-07</c:v>
                </c:pt>
                <c:pt idx="202">
                  <c:v>3.2972e-07</c:v>
                </c:pt>
                <c:pt idx="203">
                  <c:v>3.1606e-07</c:v>
                </c:pt>
                <c:pt idx="204">
                  <c:v>2.9702e-07</c:v>
                </c:pt>
                <c:pt idx="205">
                  <c:v>4.3165e-07</c:v>
                </c:pt>
                <c:pt idx="206">
                  <c:v>5.4819e-07</c:v>
                </c:pt>
                <c:pt idx="207">
                  <c:v>4.6728e-07</c:v>
                </c:pt>
                <c:pt idx="208">
                  <c:v>3.7493e-07</c:v>
                </c:pt>
                <c:pt idx="209">
                  <c:v>3.469e-07</c:v>
                </c:pt>
                <c:pt idx="210">
                  <c:v>3.7919e-07</c:v>
                </c:pt>
                <c:pt idx="211">
                  <c:v>4.161e-07</c:v>
                </c:pt>
                <c:pt idx="212">
                  <c:v>4.4194e-07</c:v>
                </c:pt>
                <c:pt idx="213">
                  <c:v>4.0638e-07</c:v>
                </c:pt>
                <c:pt idx="214">
                  <c:v>3.2946e-07</c:v>
                </c:pt>
                <c:pt idx="215">
                  <c:v>3.6126e-07</c:v>
                </c:pt>
                <c:pt idx="216">
                  <c:v>4.8694e-07</c:v>
                </c:pt>
                <c:pt idx="217">
                  <c:v>4.3129e-07</c:v>
                </c:pt>
                <c:pt idx="218">
                  <c:v>3.4127e-07</c:v>
                </c:pt>
                <c:pt idx="219">
                  <c:v>2.8776e-07</c:v>
                </c:pt>
                <c:pt idx="220">
                  <c:v>2.4836e-07</c:v>
                </c:pt>
                <c:pt idx="221">
                  <c:v>2.2874e-07</c:v>
                </c:pt>
                <c:pt idx="222">
                  <c:v>2.1204e-07</c:v>
                </c:pt>
                <c:pt idx="223">
                  <c:v>2.2057e-07</c:v>
                </c:pt>
                <c:pt idx="224">
                  <c:v>2.5888e-07</c:v>
                </c:pt>
                <c:pt idx="225">
                  <c:v>2.9706e-07</c:v>
                </c:pt>
                <c:pt idx="226">
                  <c:v>3.2228e-07</c:v>
                </c:pt>
                <c:pt idx="227">
                  <c:v>3.3248e-07</c:v>
                </c:pt>
                <c:pt idx="228">
                  <c:v>3.0028e-07</c:v>
                </c:pt>
                <c:pt idx="229">
                  <c:v>3.7068e-07</c:v>
                </c:pt>
                <c:pt idx="230">
                  <c:v>5.4033e-07</c:v>
                </c:pt>
                <c:pt idx="231">
                  <c:v>4.9096e-07</c:v>
                </c:pt>
                <c:pt idx="232">
                  <c:v>3.9535e-07</c:v>
                </c:pt>
                <c:pt idx="233">
                  <c:v>3.4941e-07</c:v>
                </c:pt>
                <c:pt idx="234">
                  <c:v>3.7572e-07</c:v>
                </c:pt>
                <c:pt idx="235">
                  <c:v>4.0553e-07</c:v>
                </c:pt>
                <c:pt idx="236">
                  <c:v>4.3525e-07</c:v>
                </c:pt>
                <c:pt idx="237">
                  <c:v>4.2625e-07</c:v>
                </c:pt>
                <c:pt idx="238">
                  <c:v>3.212e-07</c:v>
                </c:pt>
                <c:pt idx="239">
                  <c:v>2.8327e-07</c:v>
                </c:pt>
                <c:pt idx="240">
                  <c:v>3.8904e-07</c:v>
                </c:pt>
                <c:pt idx="241">
                  <c:v>4.047e-07</c:v>
                </c:pt>
                <c:pt idx="242">
                  <c:v>3.2469e-07</c:v>
                </c:pt>
                <c:pt idx="243">
                  <c:v>2.5497e-07</c:v>
                </c:pt>
                <c:pt idx="244">
                  <c:v>2.2304e-07</c:v>
                </c:pt>
                <c:pt idx="245">
                  <c:v>1.9822e-07</c:v>
                </c:pt>
                <c:pt idx="246">
                  <c:v>1.764e-07</c:v>
                </c:pt>
                <c:pt idx="247">
                  <c:v>1.7836e-07</c:v>
                </c:pt>
                <c:pt idx="248">
                  <c:v>2.1375e-07</c:v>
                </c:pt>
                <c:pt idx="249">
                  <c:v>2.6112e-07</c:v>
                </c:pt>
                <c:pt idx="250">
                  <c:v>3.0719e-07</c:v>
                </c:pt>
                <c:pt idx="251">
                  <c:v>3.4218e-07</c:v>
                </c:pt>
                <c:pt idx="252">
                  <c:v>3.1456e-07</c:v>
                </c:pt>
                <c:pt idx="253">
                  <c:v>3.4572e-07</c:v>
                </c:pt>
                <c:pt idx="254">
                  <c:v>5.4295e-07</c:v>
                </c:pt>
                <c:pt idx="255">
                  <c:v>5.5728e-07</c:v>
                </c:pt>
                <c:pt idx="256">
                  <c:v>4.5827e-07</c:v>
                </c:pt>
                <c:pt idx="257">
                  <c:v>3.5798e-07</c:v>
                </c:pt>
                <c:pt idx="258">
                  <c:v>3.2784e-07</c:v>
                </c:pt>
                <c:pt idx="259">
                  <c:v>3.6035e-07</c:v>
                </c:pt>
                <c:pt idx="260">
                  <c:v>3.9938e-07</c:v>
                </c:pt>
                <c:pt idx="261">
                  <c:v>4.2507e-07</c:v>
                </c:pt>
                <c:pt idx="262">
                  <c:v>4.1744e-07</c:v>
                </c:pt>
                <c:pt idx="263">
                  <c:v>3.5624e-07</c:v>
                </c:pt>
                <c:pt idx="264">
                  <c:v>2.9995e-07</c:v>
                </c:pt>
                <c:pt idx="265">
                  <c:v>3.9141e-07</c:v>
                </c:pt>
                <c:pt idx="266">
                  <c:v>4.0195e-07</c:v>
                </c:pt>
                <c:pt idx="267">
                  <c:v>3.2223e-07</c:v>
                </c:pt>
                <c:pt idx="268">
                  <c:v>2.5676e-07</c:v>
                </c:pt>
                <c:pt idx="269">
                  <c:v>2.2271e-07</c:v>
                </c:pt>
                <c:pt idx="270">
                  <c:v>1.9548e-07</c:v>
                </c:pt>
                <c:pt idx="271">
                  <c:v>1.8678e-07</c:v>
                </c:pt>
                <c:pt idx="272">
                  <c:v>1.9934e-07</c:v>
                </c:pt>
                <c:pt idx="273">
                  <c:v>2.4178e-07</c:v>
                </c:pt>
                <c:pt idx="274">
                  <c:v>2.8584e-07</c:v>
                </c:pt>
                <c:pt idx="275">
                  <c:v>3.3038e-07</c:v>
                </c:pt>
                <c:pt idx="276">
                  <c:v>3.4431e-07</c:v>
                </c:pt>
                <c:pt idx="277">
                  <c:v>3.1589e-07</c:v>
                </c:pt>
                <c:pt idx="278">
                  <c:v>4.4801e-07</c:v>
                </c:pt>
                <c:pt idx="279">
                  <c:v>5.7624e-07</c:v>
                </c:pt>
                <c:pt idx="280">
                  <c:v>4.8897e-07</c:v>
                </c:pt>
                <c:pt idx="281">
                  <c:v>3.7432e-07</c:v>
                </c:pt>
                <c:pt idx="282">
                  <c:v>3.1663e-07</c:v>
                </c:pt>
                <c:pt idx="283">
                  <c:v>3.3669e-07</c:v>
                </c:pt>
                <c:pt idx="284">
                  <c:v>3.7205e-07</c:v>
                </c:pt>
                <c:pt idx="285">
                  <c:v>4.111e-07</c:v>
                </c:pt>
                <c:pt idx="286">
                  <c:v>4.3582e-07</c:v>
                </c:pt>
                <c:pt idx="287">
                  <c:v>4.0768e-07</c:v>
                </c:pt>
                <c:pt idx="288">
                  <c:v>3.1268e-07</c:v>
                </c:pt>
                <c:pt idx="289">
                  <c:v>3.0092e-07</c:v>
                </c:pt>
                <c:pt idx="290">
                  <c:v>3.7614e-07</c:v>
                </c:pt>
                <c:pt idx="291">
                  <c:v>3.7618e-07</c:v>
                </c:pt>
                <c:pt idx="292">
                  <c:v>2.9849e-07</c:v>
                </c:pt>
                <c:pt idx="293">
                  <c:v>2.3865e-07</c:v>
                </c:pt>
                <c:pt idx="294">
                  <c:v>2.1241e-07</c:v>
                </c:pt>
                <c:pt idx="295">
                  <c:v>1.9084e-07</c:v>
                </c:pt>
                <c:pt idx="296">
                  <c:v>1.9259e-07</c:v>
                </c:pt>
                <c:pt idx="297">
                  <c:v>2.2398e-07</c:v>
                </c:pt>
                <c:pt idx="298">
                  <c:v>2.5811e-07</c:v>
                </c:pt>
                <c:pt idx="299">
                  <c:v>2.8573e-07</c:v>
                </c:pt>
                <c:pt idx="300">
                  <c:v>2.9811e-07</c:v>
                </c:pt>
                <c:pt idx="301">
                  <c:v>2.8329e-07</c:v>
                </c:pt>
                <c:pt idx="302">
                  <c:v>3.9951e-07</c:v>
                </c:pt>
                <c:pt idx="303">
                  <c:v>5.4074e-07</c:v>
                </c:pt>
                <c:pt idx="304">
                  <c:v>4.7601e-07</c:v>
                </c:pt>
                <c:pt idx="305">
                  <c:v>3.6888e-07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Sheet1!$B$1233</c:f>
              <c:strCache>
                <c:ptCount val="1"/>
                <c:pt idx="0">
                  <c:v>k</c:v>
                </c:pt>
              </c:strCache>
            </c:strRef>
          </c:tx>
          <c:spPr>
            <a:ln w="15875">
              <a:solidFill>
                <a:srgbClr val="FF8A3D"/>
              </a:solidFill>
            </a:ln>
          </c:spPr>
          <c:marker>
            <c:symbol val="none"/>
          </c:marker>
          <c:xVal>
            <c:numRef>
              <c:f>Sheet1!$A$1234:$A$1539</c:f>
              <c:numCache>
                <c:formatCode>General</c:formatCode>
                <c:ptCount val="306"/>
                <c:pt idx="0">
                  <c:v>1.0</c:v>
                </c:pt>
                <c:pt idx="1">
                  <c:v>4.0</c:v>
                </c:pt>
                <c:pt idx="2">
                  <c:v>7.0</c:v>
                </c:pt>
                <c:pt idx="3">
                  <c:v>10.0</c:v>
                </c:pt>
                <c:pt idx="4">
                  <c:v>13.0</c:v>
                </c:pt>
                <c:pt idx="5">
                  <c:v>16.0</c:v>
                </c:pt>
                <c:pt idx="6">
                  <c:v>19.0</c:v>
                </c:pt>
                <c:pt idx="7">
                  <c:v>22.0</c:v>
                </c:pt>
                <c:pt idx="8">
                  <c:v>25.0</c:v>
                </c:pt>
                <c:pt idx="9">
                  <c:v>28.0</c:v>
                </c:pt>
                <c:pt idx="10">
                  <c:v>31.0</c:v>
                </c:pt>
                <c:pt idx="11">
                  <c:v>34.0</c:v>
                </c:pt>
                <c:pt idx="12">
                  <c:v>37.0</c:v>
                </c:pt>
                <c:pt idx="13">
                  <c:v>40.0</c:v>
                </c:pt>
                <c:pt idx="14">
                  <c:v>43.0</c:v>
                </c:pt>
                <c:pt idx="15">
                  <c:v>46.0</c:v>
                </c:pt>
                <c:pt idx="16">
                  <c:v>49.0</c:v>
                </c:pt>
                <c:pt idx="17">
                  <c:v>51.0</c:v>
                </c:pt>
                <c:pt idx="18">
                  <c:v>54.0</c:v>
                </c:pt>
                <c:pt idx="19">
                  <c:v>57.0</c:v>
                </c:pt>
                <c:pt idx="20">
                  <c:v>60.0</c:v>
                </c:pt>
                <c:pt idx="21">
                  <c:v>63.0</c:v>
                </c:pt>
                <c:pt idx="22">
                  <c:v>66.0</c:v>
                </c:pt>
                <c:pt idx="23">
                  <c:v>69.0</c:v>
                </c:pt>
                <c:pt idx="24">
                  <c:v>72.0</c:v>
                </c:pt>
                <c:pt idx="25">
                  <c:v>75.0</c:v>
                </c:pt>
                <c:pt idx="26">
                  <c:v>78.0</c:v>
                </c:pt>
                <c:pt idx="27">
                  <c:v>81.0</c:v>
                </c:pt>
                <c:pt idx="28">
                  <c:v>84.0</c:v>
                </c:pt>
                <c:pt idx="29">
                  <c:v>87.0</c:v>
                </c:pt>
                <c:pt idx="30">
                  <c:v>90.0</c:v>
                </c:pt>
                <c:pt idx="31">
                  <c:v>93.0</c:v>
                </c:pt>
                <c:pt idx="32">
                  <c:v>96.0</c:v>
                </c:pt>
                <c:pt idx="33">
                  <c:v>99.0</c:v>
                </c:pt>
                <c:pt idx="34">
                  <c:v>101.0</c:v>
                </c:pt>
                <c:pt idx="35">
                  <c:v>104.0</c:v>
                </c:pt>
                <c:pt idx="36">
                  <c:v>107.0</c:v>
                </c:pt>
                <c:pt idx="37">
                  <c:v>110.0</c:v>
                </c:pt>
                <c:pt idx="38">
                  <c:v>113.0</c:v>
                </c:pt>
                <c:pt idx="39">
                  <c:v>116.0</c:v>
                </c:pt>
                <c:pt idx="40">
                  <c:v>119.0</c:v>
                </c:pt>
                <c:pt idx="41">
                  <c:v>122.0</c:v>
                </c:pt>
                <c:pt idx="42">
                  <c:v>125.0</c:v>
                </c:pt>
                <c:pt idx="43">
                  <c:v>128.0</c:v>
                </c:pt>
                <c:pt idx="44">
                  <c:v>131.0</c:v>
                </c:pt>
                <c:pt idx="45">
                  <c:v>134.0</c:v>
                </c:pt>
                <c:pt idx="46">
                  <c:v>137.0</c:v>
                </c:pt>
                <c:pt idx="47">
                  <c:v>140.0</c:v>
                </c:pt>
                <c:pt idx="48">
                  <c:v>143.0</c:v>
                </c:pt>
                <c:pt idx="49">
                  <c:v>146.0</c:v>
                </c:pt>
                <c:pt idx="50">
                  <c:v>149.0</c:v>
                </c:pt>
                <c:pt idx="51">
                  <c:v>151.0</c:v>
                </c:pt>
                <c:pt idx="52">
                  <c:v>154.0</c:v>
                </c:pt>
                <c:pt idx="53">
                  <c:v>157.0</c:v>
                </c:pt>
                <c:pt idx="54">
                  <c:v>160.0</c:v>
                </c:pt>
                <c:pt idx="55">
                  <c:v>163.0</c:v>
                </c:pt>
                <c:pt idx="56">
                  <c:v>166.0</c:v>
                </c:pt>
                <c:pt idx="57">
                  <c:v>169.0</c:v>
                </c:pt>
                <c:pt idx="58">
                  <c:v>172.0</c:v>
                </c:pt>
                <c:pt idx="59">
                  <c:v>175.0</c:v>
                </c:pt>
                <c:pt idx="60">
                  <c:v>178.0</c:v>
                </c:pt>
                <c:pt idx="61">
                  <c:v>181.0</c:v>
                </c:pt>
                <c:pt idx="62">
                  <c:v>184.0</c:v>
                </c:pt>
                <c:pt idx="63">
                  <c:v>187.0</c:v>
                </c:pt>
                <c:pt idx="64">
                  <c:v>190.0</c:v>
                </c:pt>
                <c:pt idx="65">
                  <c:v>193.0</c:v>
                </c:pt>
                <c:pt idx="66">
                  <c:v>196.0</c:v>
                </c:pt>
                <c:pt idx="67">
                  <c:v>199.0</c:v>
                </c:pt>
                <c:pt idx="68">
                  <c:v>201.0</c:v>
                </c:pt>
                <c:pt idx="69">
                  <c:v>204.0</c:v>
                </c:pt>
                <c:pt idx="70">
                  <c:v>207.0</c:v>
                </c:pt>
                <c:pt idx="71">
                  <c:v>210.0</c:v>
                </c:pt>
                <c:pt idx="72">
                  <c:v>213.0</c:v>
                </c:pt>
                <c:pt idx="73">
                  <c:v>216.0</c:v>
                </c:pt>
                <c:pt idx="74">
                  <c:v>219.0</c:v>
                </c:pt>
                <c:pt idx="75">
                  <c:v>222.0</c:v>
                </c:pt>
                <c:pt idx="76">
                  <c:v>225.0</c:v>
                </c:pt>
                <c:pt idx="77">
                  <c:v>228.0</c:v>
                </c:pt>
                <c:pt idx="78">
                  <c:v>231.0</c:v>
                </c:pt>
                <c:pt idx="79">
                  <c:v>234.0</c:v>
                </c:pt>
                <c:pt idx="80">
                  <c:v>237.0</c:v>
                </c:pt>
                <c:pt idx="81">
                  <c:v>240.0</c:v>
                </c:pt>
                <c:pt idx="82">
                  <c:v>243.0</c:v>
                </c:pt>
                <c:pt idx="83">
                  <c:v>246.0</c:v>
                </c:pt>
                <c:pt idx="84">
                  <c:v>249.0</c:v>
                </c:pt>
                <c:pt idx="85">
                  <c:v>251.0</c:v>
                </c:pt>
                <c:pt idx="86">
                  <c:v>254.0</c:v>
                </c:pt>
                <c:pt idx="87">
                  <c:v>257.0</c:v>
                </c:pt>
                <c:pt idx="88">
                  <c:v>260.0</c:v>
                </c:pt>
                <c:pt idx="89">
                  <c:v>263.0</c:v>
                </c:pt>
                <c:pt idx="90">
                  <c:v>266.0</c:v>
                </c:pt>
                <c:pt idx="91">
                  <c:v>269.0</c:v>
                </c:pt>
                <c:pt idx="92">
                  <c:v>272.0</c:v>
                </c:pt>
                <c:pt idx="93">
                  <c:v>275.0</c:v>
                </c:pt>
                <c:pt idx="94">
                  <c:v>278.0</c:v>
                </c:pt>
                <c:pt idx="95">
                  <c:v>281.0</c:v>
                </c:pt>
                <c:pt idx="96">
                  <c:v>284.0</c:v>
                </c:pt>
                <c:pt idx="97">
                  <c:v>287.0</c:v>
                </c:pt>
                <c:pt idx="98">
                  <c:v>290.0</c:v>
                </c:pt>
                <c:pt idx="99">
                  <c:v>293.0</c:v>
                </c:pt>
                <c:pt idx="100">
                  <c:v>296.0</c:v>
                </c:pt>
                <c:pt idx="101">
                  <c:v>299.0</c:v>
                </c:pt>
                <c:pt idx="102">
                  <c:v>301.0</c:v>
                </c:pt>
                <c:pt idx="103">
                  <c:v>304.0</c:v>
                </c:pt>
                <c:pt idx="104">
                  <c:v>307.0</c:v>
                </c:pt>
                <c:pt idx="105">
                  <c:v>310.0</c:v>
                </c:pt>
                <c:pt idx="106">
                  <c:v>313.0</c:v>
                </c:pt>
                <c:pt idx="107">
                  <c:v>316.0</c:v>
                </c:pt>
                <c:pt idx="108">
                  <c:v>319.0</c:v>
                </c:pt>
                <c:pt idx="109">
                  <c:v>322.0</c:v>
                </c:pt>
                <c:pt idx="110">
                  <c:v>325.0</c:v>
                </c:pt>
                <c:pt idx="111">
                  <c:v>328.0</c:v>
                </c:pt>
                <c:pt idx="112">
                  <c:v>331.0</c:v>
                </c:pt>
                <c:pt idx="113">
                  <c:v>334.0</c:v>
                </c:pt>
                <c:pt idx="114">
                  <c:v>337.0</c:v>
                </c:pt>
                <c:pt idx="115">
                  <c:v>340.0</c:v>
                </c:pt>
                <c:pt idx="116">
                  <c:v>343.0</c:v>
                </c:pt>
                <c:pt idx="117">
                  <c:v>346.0</c:v>
                </c:pt>
                <c:pt idx="118">
                  <c:v>349.0</c:v>
                </c:pt>
                <c:pt idx="119">
                  <c:v>351.0</c:v>
                </c:pt>
                <c:pt idx="120">
                  <c:v>354.0</c:v>
                </c:pt>
                <c:pt idx="121">
                  <c:v>357.0</c:v>
                </c:pt>
                <c:pt idx="122">
                  <c:v>360.0</c:v>
                </c:pt>
                <c:pt idx="123">
                  <c:v>363.0</c:v>
                </c:pt>
                <c:pt idx="124">
                  <c:v>366.0</c:v>
                </c:pt>
                <c:pt idx="125">
                  <c:v>369.0</c:v>
                </c:pt>
                <c:pt idx="126">
                  <c:v>372.0</c:v>
                </c:pt>
                <c:pt idx="127">
                  <c:v>375.0</c:v>
                </c:pt>
                <c:pt idx="128">
                  <c:v>378.0</c:v>
                </c:pt>
                <c:pt idx="129">
                  <c:v>381.0</c:v>
                </c:pt>
                <c:pt idx="130">
                  <c:v>384.0</c:v>
                </c:pt>
                <c:pt idx="131">
                  <c:v>387.0</c:v>
                </c:pt>
                <c:pt idx="132">
                  <c:v>390.0</c:v>
                </c:pt>
                <c:pt idx="133">
                  <c:v>393.0</c:v>
                </c:pt>
                <c:pt idx="134">
                  <c:v>396.0</c:v>
                </c:pt>
                <c:pt idx="135">
                  <c:v>399.0</c:v>
                </c:pt>
                <c:pt idx="136">
                  <c:v>401.0</c:v>
                </c:pt>
                <c:pt idx="137">
                  <c:v>404.0</c:v>
                </c:pt>
                <c:pt idx="138">
                  <c:v>407.0</c:v>
                </c:pt>
                <c:pt idx="139">
                  <c:v>410.0</c:v>
                </c:pt>
                <c:pt idx="140">
                  <c:v>413.0</c:v>
                </c:pt>
                <c:pt idx="141">
                  <c:v>416.0</c:v>
                </c:pt>
                <c:pt idx="142">
                  <c:v>419.0</c:v>
                </c:pt>
                <c:pt idx="143">
                  <c:v>422.0</c:v>
                </c:pt>
                <c:pt idx="144">
                  <c:v>425.0</c:v>
                </c:pt>
                <c:pt idx="145">
                  <c:v>428.0</c:v>
                </c:pt>
                <c:pt idx="146">
                  <c:v>431.0</c:v>
                </c:pt>
                <c:pt idx="147">
                  <c:v>434.0</c:v>
                </c:pt>
                <c:pt idx="148">
                  <c:v>437.0</c:v>
                </c:pt>
                <c:pt idx="149">
                  <c:v>440.0</c:v>
                </c:pt>
                <c:pt idx="150">
                  <c:v>443.0</c:v>
                </c:pt>
                <c:pt idx="151">
                  <c:v>446.0</c:v>
                </c:pt>
                <c:pt idx="152">
                  <c:v>449.0</c:v>
                </c:pt>
                <c:pt idx="153">
                  <c:v>451.0</c:v>
                </c:pt>
                <c:pt idx="154">
                  <c:v>454.0</c:v>
                </c:pt>
                <c:pt idx="155">
                  <c:v>457.0</c:v>
                </c:pt>
                <c:pt idx="156">
                  <c:v>460.0</c:v>
                </c:pt>
                <c:pt idx="157">
                  <c:v>463.0</c:v>
                </c:pt>
                <c:pt idx="158">
                  <c:v>466.0</c:v>
                </c:pt>
                <c:pt idx="159">
                  <c:v>469.0</c:v>
                </c:pt>
                <c:pt idx="160">
                  <c:v>472.0</c:v>
                </c:pt>
                <c:pt idx="161">
                  <c:v>475.0</c:v>
                </c:pt>
                <c:pt idx="162">
                  <c:v>478.0</c:v>
                </c:pt>
                <c:pt idx="163">
                  <c:v>481.0</c:v>
                </c:pt>
                <c:pt idx="164">
                  <c:v>484.0</c:v>
                </c:pt>
                <c:pt idx="165">
                  <c:v>487.0</c:v>
                </c:pt>
                <c:pt idx="166">
                  <c:v>490.0</c:v>
                </c:pt>
                <c:pt idx="167">
                  <c:v>493.0</c:v>
                </c:pt>
                <c:pt idx="168">
                  <c:v>496.0</c:v>
                </c:pt>
                <c:pt idx="169">
                  <c:v>499.0</c:v>
                </c:pt>
                <c:pt idx="170">
                  <c:v>501.0</c:v>
                </c:pt>
                <c:pt idx="171">
                  <c:v>504.0</c:v>
                </c:pt>
                <c:pt idx="172">
                  <c:v>507.0</c:v>
                </c:pt>
                <c:pt idx="173">
                  <c:v>510.0</c:v>
                </c:pt>
                <c:pt idx="174">
                  <c:v>513.0</c:v>
                </c:pt>
                <c:pt idx="175">
                  <c:v>516.0</c:v>
                </c:pt>
                <c:pt idx="176">
                  <c:v>519.0</c:v>
                </c:pt>
                <c:pt idx="177">
                  <c:v>522.0</c:v>
                </c:pt>
                <c:pt idx="178">
                  <c:v>525.0</c:v>
                </c:pt>
                <c:pt idx="179">
                  <c:v>528.0</c:v>
                </c:pt>
                <c:pt idx="180">
                  <c:v>531.0</c:v>
                </c:pt>
                <c:pt idx="181">
                  <c:v>534.0</c:v>
                </c:pt>
                <c:pt idx="182">
                  <c:v>537.0</c:v>
                </c:pt>
                <c:pt idx="183">
                  <c:v>540.0</c:v>
                </c:pt>
                <c:pt idx="184">
                  <c:v>543.0</c:v>
                </c:pt>
                <c:pt idx="185">
                  <c:v>546.0</c:v>
                </c:pt>
                <c:pt idx="186">
                  <c:v>549.0</c:v>
                </c:pt>
                <c:pt idx="187">
                  <c:v>551.0</c:v>
                </c:pt>
                <c:pt idx="188">
                  <c:v>554.0</c:v>
                </c:pt>
                <c:pt idx="189">
                  <c:v>557.0</c:v>
                </c:pt>
                <c:pt idx="190">
                  <c:v>560.0</c:v>
                </c:pt>
                <c:pt idx="191">
                  <c:v>563.0</c:v>
                </c:pt>
                <c:pt idx="192">
                  <c:v>566.0</c:v>
                </c:pt>
                <c:pt idx="193">
                  <c:v>569.0</c:v>
                </c:pt>
                <c:pt idx="194">
                  <c:v>572.0</c:v>
                </c:pt>
                <c:pt idx="195">
                  <c:v>575.0</c:v>
                </c:pt>
                <c:pt idx="196">
                  <c:v>578.0</c:v>
                </c:pt>
                <c:pt idx="197">
                  <c:v>581.0</c:v>
                </c:pt>
                <c:pt idx="198">
                  <c:v>584.0</c:v>
                </c:pt>
                <c:pt idx="199">
                  <c:v>587.0</c:v>
                </c:pt>
                <c:pt idx="200">
                  <c:v>590.0</c:v>
                </c:pt>
                <c:pt idx="201">
                  <c:v>593.0</c:v>
                </c:pt>
                <c:pt idx="202">
                  <c:v>596.0</c:v>
                </c:pt>
                <c:pt idx="203">
                  <c:v>599.0</c:v>
                </c:pt>
                <c:pt idx="204">
                  <c:v>601.0</c:v>
                </c:pt>
                <c:pt idx="205">
                  <c:v>604.0</c:v>
                </c:pt>
                <c:pt idx="206">
                  <c:v>607.0</c:v>
                </c:pt>
                <c:pt idx="207">
                  <c:v>610.0</c:v>
                </c:pt>
                <c:pt idx="208">
                  <c:v>613.0</c:v>
                </c:pt>
                <c:pt idx="209">
                  <c:v>616.0</c:v>
                </c:pt>
                <c:pt idx="210">
                  <c:v>619.0</c:v>
                </c:pt>
                <c:pt idx="211">
                  <c:v>622.0</c:v>
                </c:pt>
                <c:pt idx="212">
                  <c:v>625.0</c:v>
                </c:pt>
                <c:pt idx="213">
                  <c:v>628.0</c:v>
                </c:pt>
                <c:pt idx="214">
                  <c:v>631.0</c:v>
                </c:pt>
                <c:pt idx="215">
                  <c:v>634.0</c:v>
                </c:pt>
                <c:pt idx="216">
                  <c:v>637.0</c:v>
                </c:pt>
                <c:pt idx="217">
                  <c:v>640.0</c:v>
                </c:pt>
                <c:pt idx="218">
                  <c:v>643.0</c:v>
                </c:pt>
                <c:pt idx="219">
                  <c:v>646.0</c:v>
                </c:pt>
                <c:pt idx="220">
                  <c:v>649.0</c:v>
                </c:pt>
                <c:pt idx="221">
                  <c:v>651.0</c:v>
                </c:pt>
                <c:pt idx="222">
                  <c:v>654.0</c:v>
                </c:pt>
                <c:pt idx="223">
                  <c:v>657.0</c:v>
                </c:pt>
                <c:pt idx="224">
                  <c:v>660.0</c:v>
                </c:pt>
                <c:pt idx="225">
                  <c:v>663.0</c:v>
                </c:pt>
                <c:pt idx="226">
                  <c:v>666.0</c:v>
                </c:pt>
                <c:pt idx="227">
                  <c:v>669.0</c:v>
                </c:pt>
                <c:pt idx="228">
                  <c:v>672.0</c:v>
                </c:pt>
                <c:pt idx="229">
                  <c:v>675.0</c:v>
                </c:pt>
                <c:pt idx="230">
                  <c:v>678.0</c:v>
                </c:pt>
                <c:pt idx="231">
                  <c:v>681.0</c:v>
                </c:pt>
                <c:pt idx="232">
                  <c:v>684.0</c:v>
                </c:pt>
                <c:pt idx="233">
                  <c:v>687.0</c:v>
                </c:pt>
                <c:pt idx="234">
                  <c:v>690.0</c:v>
                </c:pt>
                <c:pt idx="235">
                  <c:v>693.0</c:v>
                </c:pt>
                <c:pt idx="236">
                  <c:v>696.0</c:v>
                </c:pt>
                <c:pt idx="237">
                  <c:v>699.0</c:v>
                </c:pt>
                <c:pt idx="238">
                  <c:v>701.0</c:v>
                </c:pt>
                <c:pt idx="239">
                  <c:v>704.0</c:v>
                </c:pt>
                <c:pt idx="240">
                  <c:v>707.0</c:v>
                </c:pt>
                <c:pt idx="241">
                  <c:v>710.0</c:v>
                </c:pt>
                <c:pt idx="242">
                  <c:v>713.0</c:v>
                </c:pt>
                <c:pt idx="243">
                  <c:v>716.0</c:v>
                </c:pt>
                <c:pt idx="244">
                  <c:v>719.0</c:v>
                </c:pt>
                <c:pt idx="245">
                  <c:v>722.0</c:v>
                </c:pt>
                <c:pt idx="246">
                  <c:v>725.0</c:v>
                </c:pt>
                <c:pt idx="247">
                  <c:v>728.0</c:v>
                </c:pt>
                <c:pt idx="248">
                  <c:v>731.0</c:v>
                </c:pt>
                <c:pt idx="249">
                  <c:v>734.0</c:v>
                </c:pt>
                <c:pt idx="250">
                  <c:v>737.0</c:v>
                </c:pt>
                <c:pt idx="251">
                  <c:v>740.0</c:v>
                </c:pt>
                <c:pt idx="252">
                  <c:v>743.0</c:v>
                </c:pt>
                <c:pt idx="253">
                  <c:v>746.0</c:v>
                </c:pt>
                <c:pt idx="254">
                  <c:v>749.0</c:v>
                </c:pt>
                <c:pt idx="255">
                  <c:v>751.0</c:v>
                </c:pt>
                <c:pt idx="256">
                  <c:v>754.0</c:v>
                </c:pt>
                <c:pt idx="257">
                  <c:v>757.0</c:v>
                </c:pt>
                <c:pt idx="258">
                  <c:v>760.0</c:v>
                </c:pt>
                <c:pt idx="259">
                  <c:v>763.0</c:v>
                </c:pt>
                <c:pt idx="260">
                  <c:v>766.0</c:v>
                </c:pt>
                <c:pt idx="261">
                  <c:v>769.0</c:v>
                </c:pt>
                <c:pt idx="262">
                  <c:v>772.0</c:v>
                </c:pt>
                <c:pt idx="263">
                  <c:v>775.0</c:v>
                </c:pt>
                <c:pt idx="264">
                  <c:v>778.0</c:v>
                </c:pt>
                <c:pt idx="265">
                  <c:v>781.0</c:v>
                </c:pt>
                <c:pt idx="266">
                  <c:v>784.0</c:v>
                </c:pt>
                <c:pt idx="267">
                  <c:v>787.0</c:v>
                </c:pt>
                <c:pt idx="268">
                  <c:v>790.0</c:v>
                </c:pt>
                <c:pt idx="269">
                  <c:v>793.0</c:v>
                </c:pt>
                <c:pt idx="270">
                  <c:v>796.0</c:v>
                </c:pt>
                <c:pt idx="271">
                  <c:v>799.0</c:v>
                </c:pt>
                <c:pt idx="272">
                  <c:v>801.0</c:v>
                </c:pt>
                <c:pt idx="273">
                  <c:v>804.0</c:v>
                </c:pt>
                <c:pt idx="274">
                  <c:v>807.0</c:v>
                </c:pt>
                <c:pt idx="275">
                  <c:v>810.0</c:v>
                </c:pt>
                <c:pt idx="276">
                  <c:v>813.0</c:v>
                </c:pt>
                <c:pt idx="277">
                  <c:v>816.0</c:v>
                </c:pt>
                <c:pt idx="278">
                  <c:v>819.0</c:v>
                </c:pt>
                <c:pt idx="279">
                  <c:v>822.0</c:v>
                </c:pt>
                <c:pt idx="280">
                  <c:v>825.0</c:v>
                </c:pt>
                <c:pt idx="281">
                  <c:v>828.0</c:v>
                </c:pt>
                <c:pt idx="282">
                  <c:v>831.0</c:v>
                </c:pt>
                <c:pt idx="283">
                  <c:v>834.0</c:v>
                </c:pt>
                <c:pt idx="284">
                  <c:v>837.0</c:v>
                </c:pt>
                <c:pt idx="285">
                  <c:v>840.0</c:v>
                </c:pt>
                <c:pt idx="286">
                  <c:v>843.0</c:v>
                </c:pt>
                <c:pt idx="287">
                  <c:v>846.0</c:v>
                </c:pt>
                <c:pt idx="288">
                  <c:v>849.0</c:v>
                </c:pt>
                <c:pt idx="289">
                  <c:v>851.0</c:v>
                </c:pt>
                <c:pt idx="290">
                  <c:v>854.0</c:v>
                </c:pt>
                <c:pt idx="291">
                  <c:v>857.0</c:v>
                </c:pt>
                <c:pt idx="292">
                  <c:v>860.0</c:v>
                </c:pt>
                <c:pt idx="293">
                  <c:v>863.0</c:v>
                </c:pt>
                <c:pt idx="294">
                  <c:v>866.0</c:v>
                </c:pt>
                <c:pt idx="295">
                  <c:v>869.0</c:v>
                </c:pt>
                <c:pt idx="296">
                  <c:v>872.0</c:v>
                </c:pt>
                <c:pt idx="297">
                  <c:v>875.0</c:v>
                </c:pt>
                <c:pt idx="298">
                  <c:v>878.0</c:v>
                </c:pt>
                <c:pt idx="299">
                  <c:v>881.0</c:v>
                </c:pt>
                <c:pt idx="300">
                  <c:v>884.0</c:v>
                </c:pt>
                <c:pt idx="301">
                  <c:v>887.0</c:v>
                </c:pt>
                <c:pt idx="302">
                  <c:v>890.0</c:v>
                </c:pt>
                <c:pt idx="303">
                  <c:v>893.0</c:v>
                </c:pt>
                <c:pt idx="304">
                  <c:v>896.0</c:v>
                </c:pt>
                <c:pt idx="305">
                  <c:v>899.0</c:v>
                </c:pt>
              </c:numCache>
            </c:numRef>
          </c:xVal>
          <c:yVal>
            <c:numRef>
              <c:f>Sheet1!$B$1234:$B$1539</c:f>
              <c:numCache>
                <c:formatCode>General</c:formatCode>
                <c:ptCount val="306"/>
                <c:pt idx="0">
                  <c:v>0.59991</c:v>
                </c:pt>
                <c:pt idx="1">
                  <c:v>0.1522</c:v>
                </c:pt>
                <c:pt idx="2">
                  <c:v>0.023063</c:v>
                </c:pt>
                <c:pt idx="3">
                  <c:v>0.0083215</c:v>
                </c:pt>
                <c:pt idx="4">
                  <c:v>0.0042599</c:v>
                </c:pt>
                <c:pt idx="5">
                  <c:v>0.0026101</c:v>
                </c:pt>
                <c:pt idx="6">
                  <c:v>0.0020359</c:v>
                </c:pt>
                <c:pt idx="7">
                  <c:v>0.0019209</c:v>
                </c:pt>
                <c:pt idx="8">
                  <c:v>0.0017564</c:v>
                </c:pt>
                <c:pt idx="9">
                  <c:v>0.0015144</c:v>
                </c:pt>
                <c:pt idx="10">
                  <c:v>0.00137</c:v>
                </c:pt>
                <c:pt idx="11">
                  <c:v>0.0012566</c:v>
                </c:pt>
                <c:pt idx="12">
                  <c:v>0.001101</c:v>
                </c:pt>
                <c:pt idx="13">
                  <c:v>0.00091289</c:v>
                </c:pt>
                <c:pt idx="14">
                  <c:v>0.00076225</c:v>
                </c:pt>
                <c:pt idx="15">
                  <c:v>0.00070145</c:v>
                </c:pt>
                <c:pt idx="16">
                  <c:v>0.00075512</c:v>
                </c:pt>
                <c:pt idx="17">
                  <c:v>0.00079875</c:v>
                </c:pt>
                <c:pt idx="18">
                  <c:v>0.00079967</c:v>
                </c:pt>
                <c:pt idx="19">
                  <c:v>0.00079458</c:v>
                </c:pt>
                <c:pt idx="20">
                  <c:v>0.00071253</c:v>
                </c:pt>
                <c:pt idx="21">
                  <c:v>0.00054209</c:v>
                </c:pt>
                <c:pt idx="22">
                  <c:v>0.00041548</c:v>
                </c:pt>
                <c:pt idx="23">
                  <c:v>0.00036531</c:v>
                </c:pt>
                <c:pt idx="24">
                  <c:v>0.00032579</c:v>
                </c:pt>
                <c:pt idx="25">
                  <c:v>0.00027898</c:v>
                </c:pt>
                <c:pt idx="26">
                  <c:v>0.00026221</c:v>
                </c:pt>
                <c:pt idx="27">
                  <c:v>0.00025416</c:v>
                </c:pt>
                <c:pt idx="28">
                  <c:v>0.00022008</c:v>
                </c:pt>
                <c:pt idx="29">
                  <c:v>0.0001622</c:v>
                </c:pt>
                <c:pt idx="30">
                  <c:v>0.00011946</c:v>
                </c:pt>
                <c:pt idx="31">
                  <c:v>9.255e-05</c:v>
                </c:pt>
                <c:pt idx="32">
                  <c:v>7.9171e-05</c:v>
                </c:pt>
                <c:pt idx="33">
                  <c:v>6.5636e-05</c:v>
                </c:pt>
                <c:pt idx="34">
                  <c:v>5.9148e-05</c:v>
                </c:pt>
                <c:pt idx="35">
                  <c:v>5.4468e-05</c:v>
                </c:pt>
                <c:pt idx="36">
                  <c:v>5.1558e-05</c:v>
                </c:pt>
                <c:pt idx="37">
                  <c:v>5.175e-05</c:v>
                </c:pt>
                <c:pt idx="38">
                  <c:v>5.0146e-05</c:v>
                </c:pt>
                <c:pt idx="39">
                  <c:v>4.4721e-05</c:v>
                </c:pt>
                <c:pt idx="40">
                  <c:v>4.1408e-05</c:v>
                </c:pt>
                <c:pt idx="41">
                  <c:v>4.2037e-05</c:v>
                </c:pt>
                <c:pt idx="42">
                  <c:v>4.2006e-05</c:v>
                </c:pt>
                <c:pt idx="43">
                  <c:v>4.201e-05</c:v>
                </c:pt>
                <c:pt idx="44">
                  <c:v>4.2838e-05</c:v>
                </c:pt>
                <c:pt idx="45">
                  <c:v>4.3798e-05</c:v>
                </c:pt>
                <c:pt idx="46">
                  <c:v>4.2716e-05</c:v>
                </c:pt>
                <c:pt idx="47">
                  <c:v>4.0763e-05</c:v>
                </c:pt>
                <c:pt idx="48">
                  <c:v>3.7817e-05</c:v>
                </c:pt>
                <c:pt idx="49">
                  <c:v>3.4396e-05</c:v>
                </c:pt>
                <c:pt idx="50">
                  <c:v>2.9407e-05</c:v>
                </c:pt>
                <c:pt idx="51">
                  <c:v>0.019875</c:v>
                </c:pt>
                <c:pt idx="52">
                  <c:v>0.01009</c:v>
                </c:pt>
                <c:pt idx="53">
                  <c:v>0.0053435</c:v>
                </c:pt>
                <c:pt idx="54">
                  <c:v>0.0029481</c:v>
                </c:pt>
                <c:pt idx="55">
                  <c:v>0.0020467</c:v>
                </c:pt>
                <c:pt idx="56">
                  <c:v>0.0013517</c:v>
                </c:pt>
                <c:pt idx="57">
                  <c:v>0.00097731</c:v>
                </c:pt>
                <c:pt idx="58">
                  <c:v>0.00072808</c:v>
                </c:pt>
                <c:pt idx="59">
                  <c:v>0.00061166</c:v>
                </c:pt>
                <c:pt idx="60">
                  <c:v>0.00046792</c:v>
                </c:pt>
                <c:pt idx="61">
                  <c:v>0.00034347</c:v>
                </c:pt>
                <c:pt idx="62">
                  <c:v>0.00025626</c:v>
                </c:pt>
                <c:pt idx="63">
                  <c:v>0.00023491</c:v>
                </c:pt>
                <c:pt idx="64">
                  <c:v>0.00021965</c:v>
                </c:pt>
                <c:pt idx="65">
                  <c:v>0.00018554</c:v>
                </c:pt>
                <c:pt idx="66">
                  <c:v>0.00015821</c:v>
                </c:pt>
                <c:pt idx="67">
                  <c:v>0.00015043</c:v>
                </c:pt>
                <c:pt idx="68">
                  <c:v>0.00015517</c:v>
                </c:pt>
                <c:pt idx="69">
                  <c:v>0.00013939</c:v>
                </c:pt>
                <c:pt idx="70">
                  <c:v>0.0001222</c:v>
                </c:pt>
                <c:pt idx="71">
                  <c:v>0.00010716</c:v>
                </c:pt>
                <c:pt idx="72">
                  <c:v>9.6273e-05</c:v>
                </c:pt>
                <c:pt idx="73">
                  <c:v>8.722e-05</c:v>
                </c:pt>
                <c:pt idx="74">
                  <c:v>7.6527e-05</c:v>
                </c:pt>
                <c:pt idx="75">
                  <c:v>6.6859e-05</c:v>
                </c:pt>
                <c:pt idx="76">
                  <c:v>5.8394e-05</c:v>
                </c:pt>
                <c:pt idx="77">
                  <c:v>5.1923e-05</c:v>
                </c:pt>
                <c:pt idx="78">
                  <c:v>4.6469e-05</c:v>
                </c:pt>
                <c:pt idx="79">
                  <c:v>4.2122e-05</c:v>
                </c:pt>
                <c:pt idx="80">
                  <c:v>3.8168e-05</c:v>
                </c:pt>
                <c:pt idx="81">
                  <c:v>3.583e-05</c:v>
                </c:pt>
                <c:pt idx="82">
                  <c:v>3.2882e-05</c:v>
                </c:pt>
                <c:pt idx="83">
                  <c:v>3.221e-05</c:v>
                </c:pt>
                <c:pt idx="84">
                  <c:v>3.1172e-05</c:v>
                </c:pt>
                <c:pt idx="85">
                  <c:v>3.0715e-05</c:v>
                </c:pt>
                <c:pt idx="86">
                  <c:v>3.0273e-05</c:v>
                </c:pt>
                <c:pt idx="87">
                  <c:v>2.9084e-05</c:v>
                </c:pt>
                <c:pt idx="88">
                  <c:v>2.8014e-05</c:v>
                </c:pt>
                <c:pt idx="89">
                  <c:v>2.6894e-05</c:v>
                </c:pt>
                <c:pt idx="90">
                  <c:v>2.6706e-05</c:v>
                </c:pt>
                <c:pt idx="91">
                  <c:v>2.5786e-05</c:v>
                </c:pt>
                <c:pt idx="92">
                  <c:v>2.5882e-05</c:v>
                </c:pt>
                <c:pt idx="93">
                  <c:v>2.71e-05</c:v>
                </c:pt>
                <c:pt idx="94">
                  <c:v>2.8033e-05</c:v>
                </c:pt>
                <c:pt idx="95">
                  <c:v>2.829e-05</c:v>
                </c:pt>
                <c:pt idx="96">
                  <c:v>2.9274e-05</c:v>
                </c:pt>
                <c:pt idx="97">
                  <c:v>3.0217e-05</c:v>
                </c:pt>
                <c:pt idx="98">
                  <c:v>3.1245e-05</c:v>
                </c:pt>
                <c:pt idx="99">
                  <c:v>3.2692e-05</c:v>
                </c:pt>
                <c:pt idx="100">
                  <c:v>3.4539e-05</c:v>
                </c:pt>
                <c:pt idx="101">
                  <c:v>3.6616e-05</c:v>
                </c:pt>
                <c:pt idx="102">
                  <c:v>0.014306</c:v>
                </c:pt>
                <c:pt idx="103">
                  <c:v>0.0071698</c:v>
                </c:pt>
                <c:pt idx="104">
                  <c:v>0.005041</c:v>
                </c:pt>
                <c:pt idx="105">
                  <c:v>0.0032785</c:v>
                </c:pt>
                <c:pt idx="106">
                  <c:v>0.0029374</c:v>
                </c:pt>
                <c:pt idx="107">
                  <c:v>0.0030021</c:v>
                </c:pt>
                <c:pt idx="108">
                  <c:v>0.0034104</c:v>
                </c:pt>
                <c:pt idx="109">
                  <c:v>0.0042135</c:v>
                </c:pt>
                <c:pt idx="110">
                  <c:v>0.0045005</c:v>
                </c:pt>
                <c:pt idx="111">
                  <c:v>0.0045999</c:v>
                </c:pt>
                <c:pt idx="112">
                  <c:v>0.0053795</c:v>
                </c:pt>
                <c:pt idx="113">
                  <c:v>0.0074575</c:v>
                </c:pt>
                <c:pt idx="114">
                  <c:v>0.0072667</c:v>
                </c:pt>
                <c:pt idx="115">
                  <c:v>0.006322</c:v>
                </c:pt>
                <c:pt idx="116">
                  <c:v>0.0060136</c:v>
                </c:pt>
                <c:pt idx="117">
                  <c:v>0.0089416</c:v>
                </c:pt>
                <c:pt idx="118">
                  <c:v>0.0075449</c:v>
                </c:pt>
                <c:pt idx="119">
                  <c:v>0.0054458</c:v>
                </c:pt>
                <c:pt idx="120">
                  <c:v>0.0042667</c:v>
                </c:pt>
                <c:pt idx="121">
                  <c:v>0.0041002</c:v>
                </c:pt>
                <c:pt idx="122">
                  <c:v>0.0043009</c:v>
                </c:pt>
                <c:pt idx="123">
                  <c:v>0.0039679</c:v>
                </c:pt>
                <c:pt idx="124">
                  <c:v>0.0032543</c:v>
                </c:pt>
                <c:pt idx="125">
                  <c:v>0.0029834</c:v>
                </c:pt>
                <c:pt idx="126">
                  <c:v>0.0033404</c:v>
                </c:pt>
                <c:pt idx="127">
                  <c:v>0.0046218</c:v>
                </c:pt>
                <c:pt idx="128">
                  <c:v>0.0054458</c:v>
                </c:pt>
                <c:pt idx="129">
                  <c:v>0.0055004</c:v>
                </c:pt>
                <c:pt idx="130">
                  <c:v>0.0060142</c:v>
                </c:pt>
                <c:pt idx="131">
                  <c:v>0.0062032</c:v>
                </c:pt>
                <c:pt idx="132">
                  <c:v>0.0065525</c:v>
                </c:pt>
                <c:pt idx="133">
                  <c:v>0.0095141</c:v>
                </c:pt>
                <c:pt idx="134">
                  <c:v>0.0077079</c:v>
                </c:pt>
                <c:pt idx="135">
                  <c:v>0.0066673</c:v>
                </c:pt>
                <c:pt idx="136">
                  <c:v>0.0063051</c:v>
                </c:pt>
                <c:pt idx="137">
                  <c:v>0.0066348</c:v>
                </c:pt>
                <c:pt idx="138">
                  <c:v>0.0061961</c:v>
                </c:pt>
                <c:pt idx="139">
                  <c:v>0.0066431</c:v>
                </c:pt>
                <c:pt idx="140">
                  <c:v>0.0057527</c:v>
                </c:pt>
                <c:pt idx="141">
                  <c:v>0.007066</c:v>
                </c:pt>
                <c:pt idx="142">
                  <c:v>0.0062711</c:v>
                </c:pt>
                <c:pt idx="143">
                  <c:v>0.0049617</c:v>
                </c:pt>
                <c:pt idx="144">
                  <c:v>0.0045001</c:v>
                </c:pt>
                <c:pt idx="145">
                  <c:v>0.0042719</c:v>
                </c:pt>
                <c:pt idx="146">
                  <c:v>0.0038405</c:v>
                </c:pt>
                <c:pt idx="147">
                  <c:v>0.0033724</c:v>
                </c:pt>
                <c:pt idx="148">
                  <c:v>0.0030126</c:v>
                </c:pt>
                <c:pt idx="149">
                  <c:v>0.0030307</c:v>
                </c:pt>
                <c:pt idx="150">
                  <c:v>0.0036927</c:v>
                </c:pt>
                <c:pt idx="151">
                  <c:v>0.0047984</c:v>
                </c:pt>
                <c:pt idx="152">
                  <c:v>0.0057392</c:v>
                </c:pt>
                <c:pt idx="153">
                  <c:v>0.0062929</c:v>
                </c:pt>
                <c:pt idx="154">
                  <c:v>0.0064895</c:v>
                </c:pt>
                <c:pt idx="155">
                  <c:v>0.0064012</c:v>
                </c:pt>
                <c:pt idx="156">
                  <c:v>0.0075089</c:v>
                </c:pt>
                <c:pt idx="157">
                  <c:v>0.0092728</c:v>
                </c:pt>
                <c:pt idx="158">
                  <c:v>0.0069124</c:v>
                </c:pt>
                <c:pt idx="159">
                  <c:v>0.0060948</c:v>
                </c:pt>
                <c:pt idx="160">
                  <c:v>0.0060894</c:v>
                </c:pt>
                <c:pt idx="161">
                  <c:v>0.0060556</c:v>
                </c:pt>
                <c:pt idx="162">
                  <c:v>0.0069197</c:v>
                </c:pt>
                <c:pt idx="163">
                  <c:v>0.0055069</c:v>
                </c:pt>
                <c:pt idx="164">
                  <c:v>0.0056781</c:v>
                </c:pt>
                <c:pt idx="165">
                  <c:v>0.006731</c:v>
                </c:pt>
                <c:pt idx="166">
                  <c:v>0.0069783</c:v>
                </c:pt>
                <c:pt idx="167">
                  <c:v>0.0053535</c:v>
                </c:pt>
                <c:pt idx="168">
                  <c:v>0.0045637</c:v>
                </c:pt>
                <c:pt idx="169">
                  <c:v>0.004306</c:v>
                </c:pt>
                <c:pt idx="170">
                  <c:v>0.0040989</c:v>
                </c:pt>
                <c:pt idx="171">
                  <c:v>0.0034497</c:v>
                </c:pt>
                <c:pt idx="172">
                  <c:v>0.0031083</c:v>
                </c:pt>
                <c:pt idx="173">
                  <c:v>0.0032067</c:v>
                </c:pt>
                <c:pt idx="174">
                  <c:v>0.0037554</c:v>
                </c:pt>
                <c:pt idx="175">
                  <c:v>0.0044601</c:v>
                </c:pt>
                <c:pt idx="176">
                  <c:v>0.0053225</c:v>
                </c:pt>
                <c:pt idx="177">
                  <c:v>0.0063789</c:v>
                </c:pt>
                <c:pt idx="178">
                  <c:v>0.0064998</c:v>
                </c:pt>
                <c:pt idx="179">
                  <c:v>0.0061191</c:v>
                </c:pt>
                <c:pt idx="180">
                  <c:v>0.008453</c:v>
                </c:pt>
                <c:pt idx="181">
                  <c:v>0.0086807</c:v>
                </c:pt>
                <c:pt idx="182">
                  <c:v>0.0062683</c:v>
                </c:pt>
                <c:pt idx="183">
                  <c:v>0.005583</c:v>
                </c:pt>
                <c:pt idx="184">
                  <c:v>0.005689</c:v>
                </c:pt>
                <c:pt idx="185">
                  <c:v>0.0059122</c:v>
                </c:pt>
                <c:pt idx="186">
                  <c:v>0.0064865</c:v>
                </c:pt>
                <c:pt idx="187">
                  <c:v>0.0062171</c:v>
                </c:pt>
                <c:pt idx="188">
                  <c:v>0.0066121</c:v>
                </c:pt>
                <c:pt idx="189">
                  <c:v>0.0056218</c:v>
                </c:pt>
                <c:pt idx="190">
                  <c:v>0.0067642</c:v>
                </c:pt>
                <c:pt idx="191">
                  <c:v>0.0064409</c:v>
                </c:pt>
                <c:pt idx="192">
                  <c:v>0.005051</c:v>
                </c:pt>
                <c:pt idx="193">
                  <c:v>0.0043241</c:v>
                </c:pt>
                <c:pt idx="194">
                  <c:v>0.0040457</c:v>
                </c:pt>
                <c:pt idx="195">
                  <c:v>0.0036063</c:v>
                </c:pt>
                <c:pt idx="196">
                  <c:v>0.0031848</c:v>
                </c:pt>
                <c:pt idx="197">
                  <c:v>0.003331</c:v>
                </c:pt>
                <c:pt idx="198">
                  <c:v>0.0040082</c:v>
                </c:pt>
                <c:pt idx="199">
                  <c:v>0.0045724</c:v>
                </c:pt>
                <c:pt idx="200">
                  <c:v>0.0051476</c:v>
                </c:pt>
                <c:pt idx="201">
                  <c:v>0.0060173</c:v>
                </c:pt>
                <c:pt idx="202">
                  <c:v>0.006534</c:v>
                </c:pt>
                <c:pt idx="203">
                  <c:v>0.0058423</c:v>
                </c:pt>
                <c:pt idx="204">
                  <c:v>0.0072728</c:v>
                </c:pt>
                <c:pt idx="205">
                  <c:v>0.0093567</c:v>
                </c:pt>
                <c:pt idx="206">
                  <c:v>0.0067826</c:v>
                </c:pt>
                <c:pt idx="207">
                  <c:v>0.0053793</c:v>
                </c:pt>
                <c:pt idx="208">
                  <c:v>0.0050465</c:v>
                </c:pt>
                <c:pt idx="209">
                  <c:v>0.0051855</c:v>
                </c:pt>
                <c:pt idx="210">
                  <c:v>0.0059939</c:v>
                </c:pt>
                <c:pt idx="211">
                  <c:v>0.006634</c:v>
                </c:pt>
                <c:pt idx="212">
                  <c:v>0.0065957</c:v>
                </c:pt>
                <c:pt idx="213">
                  <c:v>0.0050949</c:v>
                </c:pt>
                <c:pt idx="214">
                  <c:v>0.0061499</c:v>
                </c:pt>
                <c:pt idx="215">
                  <c:v>0.0082847</c:v>
                </c:pt>
                <c:pt idx="216">
                  <c:v>0.0065687</c:v>
                </c:pt>
                <c:pt idx="217">
                  <c:v>0.0050456</c:v>
                </c:pt>
                <c:pt idx="218">
                  <c:v>0.0046546</c:v>
                </c:pt>
                <c:pt idx="219">
                  <c:v>0.0042569</c:v>
                </c:pt>
                <c:pt idx="220">
                  <c:v>0.0033936</c:v>
                </c:pt>
                <c:pt idx="221">
                  <c:v>0.0031402</c:v>
                </c:pt>
                <c:pt idx="222">
                  <c:v>0.0034779</c:v>
                </c:pt>
                <c:pt idx="223">
                  <c:v>0.004317</c:v>
                </c:pt>
                <c:pt idx="224">
                  <c:v>0.004979</c:v>
                </c:pt>
                <c:pt idx="225">
                  <c:v>0.0055446</c:v>
                </c:pt>
                <c:pt idx="226">
                  <c:v>0.0063528</c:v>
                </c:pt>
                <c:pt idx="227">
                  <c:v>0.0062771</c:v>
                </c:pt>
                <c:pt idx="228">
                  <c:v>0.0064555</c:v>
                </c:pt>
                <c:pt idx="229">
                  <c:v>0.0091858</c:v>
                </c:pt>
                <c:pt idx="230">
                  <c:v>0.0075641</c:v>
                </c:pt>
                <c:pt idx="231">
                  <c:v>0.0056902</c:v>
                </c:pt>
                <c:pt idx="232">
                  <c:v>0.0050804</c:v>
                </c:pt>
                <c:pt idx="233">
                  <c:v>0.0051937</c:v>
                </c:pt>
                <c:pt idx="234">
                  <c:v>0.0059594</c:v>
                </c:pt>
                <c:pt idx="235">
                  <c:v>0.0063323</c:v>
                </c:pt>
                <c:pt idx="236">
                  <c:v>0.0070692</c:v>
                </c:pt>
                <c:pt idx="237">
                  <c:v>0.0057448</c:v>
                </c:pt>
                <c:pt idx="238">
                  <c:v>0.0053307</c:v>
                </c:pt>
                <c:pt idx="239">
                  <c:v>0.0066117</c:v>
                </c:pt>
                <c:pt idx="240">
                  <c:v>0.0068162</c:v>
                </c:pt>
                <c:pt idx="241">
                  <c:v>0.0052653</c:v>
                </c:pt>
                <c:pt idx="242">
                  <c:v>0.0044954</c:v>
                </c:pt>
                <c:pt idx="243">
                  <c:v>0.0040226</c:v>
                </c:pt>
                <c:pt idx="244">
                  <c:v>0.0035416</c:v>
                </c:pt>
                <c:pt idx="245">
                  <c:v>0.0032225</c:v>
                </c:pt>
                <c:pt idx="246">
                  <c:v>0.0035019</c:v>
                </c:pt>
                <c:pt idx="247">
                  <c:v>0.0043425</c:v>
                </c:pt>
                <c:pt idx="248">
                  <c:v>0.005044</c:v>
                </c:pt>
                <c:pt idx="249">
                  <c:v>0.0053329</c:v>
                </c:pt>
                <c:pt idx="250">
                  <c:v>0.0058636</c:v>
                </c:pt>
                <c:pt idx="251">
                  <c:v>0.006157</c:v>
                </c:pt>
                <c:pt idx="252">
                  <c:v>0.0061336</c:v>
                </c:pt>
                <c:pt idx="253">
                  <c:v>0.0088713</c:v>
                </c:pt>
                <c:pt idx="254">
                  <c:v>0.0080746</c:v>
                </c:pt>
                <c:pt idx="255">
                  <c:v>0.0061517</c:v>
                </c:pt>
                <c:pt idx="256">
                  <c:v>0.0049796</c:v>
                </c:pt>
                <c:pt idx="257">
                  <c:v>0.004609</c:v>
                </c:pt>
                <c:pt idx="258">
                  <c:v>0.0047017</c:v>
                </c:pt>
                <c:pt idx="259">
                  <c:v>0.005421</c:v>
                </c:pt>
                <c:pt idx="260">
                  <c:v>0.0062655</c:v>
                </c:pt>
                <c:pt idx="261">
                  <c:v>0.0063784</c:v>
                </c:pt>
                <c:pt idx="262">
                  <c:v>0.0060817</c:v>
                </c:pt>
                <c:pt idx="263">
                  <c:v>0.0062751</c:v>
                </c:pt>
                <c:pt idx="264">
                  <c:v>0.0068224</c:v>
                </c:pt>
                <c:pt idx="265">
                  <c:v>0.0067922</c:v>
                </c:pt>
                <c:pt idx="266">
                  <c:v>0.0053571</c:v>
                </c:pt>
                <c:pt idx="267">
                  <c:v>0.0044332</c:v>
                </c:pt>
                <c:pt idx="268">
                  <c:v>0.0038661</c:v>
                </c:pt>
                <c:pt idx="269">
                  <c:v>0.0034504</c:v>
                </c:pt>
                <c:pt idx="270">
                  <c:v>0.0035263</c:v>
                </c:pt>
                <c:pt idx="271">
                  <c:v>0.0041749</c:v>
                </c:pt>
                <c:pt idx="272">
                  <c:v>0.0048451</c:v>
                </c:pt>
                <c:pt idx="273">
                  <c:v>0.0055851</c:v>
                </c:pt>
                <c:pt idx="274">
                  <c:v>0.0057561</c:v>
                </c:pt>
                <c:pt idx="275">
                  <c:v>0.0058968</c:v>
                </c:pt>
                <c:pt idx="276">
                  <c:v>0.0055942</c:v>
                </c:pt>
                <c:pt idx="277">
                  <c:v>0.0074752</c:v>
                </c:pt>
                <c:pt idx="278">
                  <c:v>0.0094181</c:v>
                </c:pt>
                <c:pt idx="279">
                  <c:v>0.0065606</c:v>
                </c:pt>
                <c:pt idx="280">
                  <c:v>0.004956</c:v>
                </c:pt>
                <c:pt idx="281">
                  <c:v>0.0043605</c:v>
                </c:pt>
                <c:pt idx="282">
                  <c:v>0.0043564</c:v>
                </c:pt>
                <c:pt idx="283">
                  <c:v>0.0047984</c:v>
                </c:pt>
                <c:pt idx="284">
                  <c:v>0.0055713</c:v>
                </c:pt>
                <c:pt idx="285">
                  <c:v>0.006519</c:v>
                </c:pt>
                <c:pt idx="286">
                  <c:v>0.0065341</c:v>
                </c:pt>
                <c:pt idx="287">
                  <c:v>0.0069101</c:v>
                </c:pt>
                <c:pt idx="288">
                  <c:v>0.0061296</c:v>
                </c:pt>
                <c:pt idx="289">
                  <c:v>0.0065016</c:v>
                </c:pt>
                <c:pt idx="290">
                  <c:v>0.0065483</c:v>
                </c:pt>
                <c:pt idx="291">
                  <c:v>0.0052857</c:v>
                </c:pt>
                <c:pt idx="292">
                  <c:v>0.0041548</c:v>
                </c:pt>
                <c:pt idx="293">
                  <c:v>0.0035654</c:v>
                </c:pt>
                <c:pt idx="294">
                  <c:v>0.003067</c:v>
                </c:pt>
                <c:pt idx="295">
                  <c:v>0.0032604</c:v>
                </c:pt>
                <c:pt idx="296">
                  <c:v>0.0040272</c:v>
                </c:pt>
                <c:pt idx="297">
                  <c:v>0.0050323</c:v>
                </c:pt>
                <c:pt idx="298">
                  <c:v>0.0056041</c:v>
                </c:pt>
                <c:pt idx="299">
                  <c:v>0.0059685</c:v>
                </c:pt>
                <c:pt idx="300">
                  <c:v>0.0058065</c:v>
                </c:pt>
                <c:pt idx="301">
                  <c:v>0.0064624</c:v>
                </c:pt>
                <c:pt idx="302">
                  <c:v>0.0084597</c:v>
                </c:pt>
                <c:pt idx="303">
                  <c:v>0.0059151</c:v>
                </c:pt>
                <c:pt idx="304">
                  <c:v>0.0040163</c:v>
                </c:pt>
                <c:pt idx="305">
                  <c:v>0.0033672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Sheet1!$B$1541</c:f>
              <c:strCache>
                <c:ptCount val="1"/>
                <c:pt idx="0">
                  <c:v>omega</c:v>
                </c:pt>
              </c:strCache>
            </c:strRef>
          </c:tx>
          <c:spPr>
            <a:ln w="15875">
              <a:solidFill>
                <a:srgbClr val="E54B6A"/>
              </a:solidFill>
            </a:ln>
          </c:spPr>
          <c:marker>
            <c:symbol val="none"/>
          </c:marker>
          <c:xVal>
            <c:numRef>
              <c:f>Sheet1!$A$1542:$A$1847</c:f>
              <c:numCache>
                <c:formatCode>General</c:formatCode>
                <c:ptCount val="306"/>
                <c:pt idx="0">
                  <c:v>1.0</c:v>
                </c:pt>
                <c:pt idx="1">
                  <c:v>4.0</c:v>
                </c:pt>
                <c:pt idx="2">
                  <c:v>7.0</c:v>
                </c:pt>
                <c:pt idx="3">
                  <c:v>10.0</c:v>
                </c:pt>
                <c:pt idx="4">
                  <c:v>13.0</c:v>
                </c:pt>
                <c:pt idx="5">
                  <c:v>16.0</c:v>
                </c:pt>
                <c:pt idx="6">
                  <c:v>19.0</c:v>
                </c:pt>
                <c:pt idx="7">
                  <c:v>22.0</c:v>
                </c:pt>
                <c:pt idx="8">
                  <c:v>25.0</c:v>
                </c:pt>
                <c:pt idx="9">
                  <c:v>28.0</c:v>
                </c:pt>
                <c:pt idx="10">
                  <c:v>31.0</c:v>
                </c:pt>
                <c:pt idx="11">
                  <c:v>34.0</c:v>
                </c:pt>
                <c:pt idx="12">
                  <c:v>37.0</c:v>
                </c:pt>
                <c:pt idx="13">
                  <c:v>40.0</c:v>
                </c:pt>
                <c:pt idx="14">
                  <c:v>43.0</c:v>
                </c:pt>
                <c:pt idx="15">
                  <c:v>46.0</c:v>
                </c:pt>
                <c:pt idx="16">
                  <c:v>49.0</c:v>
                </c:pt>
                <c:pt idx="17">
                  <c:v>51.0</c:v>
                </c:pt>
                <c:pt idx="18">
                  <c:v>54.0</c:v>
                </c:pt>
                <c:pt idx="19">
                  <c:v>57.0</c:v>
                </c:pt>
                <c:pt idx="20">
                  <c:v>60.0</c:v>
                </c:pt>
                <c:pt idx="21">
                  <c:v>63.0</c:v>
                </c:pt>
                <c:pt idx="22">
                  <c:v>66.0</c:v>
                </c:pt>
                <c:pt idx="23">
                  <c:v>69.0</c:v>
                </c:pt>
                <c:pt idx="24">
                  <c:v>72.0</c:v>
                </c:pt>
                <c:pt idx="25">
                  <c:v>75.0</c:v>
                </c:pt>
                <c:pt idx="26">
                  <c:v>78.0</c:v>
                </c:pt>
                <c:pt idx="27">
                  <c:v>81.0</c:v>
                </c:pt>
                <c:pt idx="28">
                  <c:v>84.0</c:v>
                </c:pt>
                <c:pt idx="29">
                  <c:v>87.0</c:v>
                </c:pt>
                <c:pt idx="30">
                  <c:v>90.0</c:v>
                </c:pt>
                <c:pt idx="31">
                  <c:v>93.0</c:v>
                </c:pt>
                <c:pt idx="32">
                  <c:v>96.0</c:v>
                </c:pt>
                <c:pt idx="33">
                  <c:v>99.0</c:v>
                </c:pt>
                <c:pt idx="34">
                  <c:v>101.0</c:v>
                </c:pt>
                <c:pt idx="35">
                  <c:v>104.0</c:v>
                </c:pt>
                <c:pt idx="36">
                  <c:v>107.0</c:v>
                </c:pt>
                <c:pt idx="37">
                  <c:v>110.0</c:v>
                </c:pt>
                <c:pt idx="38">
                  <c:v>113.0</c:v>
                </c:pt>
                <c:pt idx="39">
                  <c:v>116.0</c:v>
                </c:pt>
                <c:pt idx="40">
                  <c:v>119.0</c:v>
                </c:pt>
                <c:pt idx="41">
                  <c:v>122.0</c:v>
                </c:pt>
                <c:pt idx="42">
                  <c:v>125.0</c:v>
                </c:pt>
                <c:pt idx="43">
                  <c:v>128.0</c:v>
                </c:pt>
                <c:pt idx="44">
                  <c:v>131.0</c:v>
                </c:pt>
                <c:pt idx="45">
                  <c:v>134.0</c:v>
                </c:pt>
                <c:pt idx="46">
                  <c:v>137.0</c:v>
                </c:pt>
                <c:pt idx="47">
                  <c:v>140.0</c:v>
                </c:pt>
                <c:pt idx="48">
                  <c:v>143.0</c:v>
                </c:pt>
                <c:pt idx="49">
                  <c:v>146.0</c:v>
                </c:pt>
                <c:pt idx="50">
                  <c:v>149.0</c:v>
                </c:pt>
                <c:pt idx="51">
                  <c:v>151.0</c:v>
                </c:pt>
                <c:pt idx="52">
                  <c:v>154.0</c:v>
                </c:pt>
                <c:pt idx="53">
                  <c:v>157.0</c:v>
                </c:pt>
                <c:pt idx="54">
                  <c:v>160.0</c:v>
                </c:pt>
                <c:pt idx="55">
                  <c:v>163.0</c:v>
                </c:pt>
                <c:pt idx="56">
                  <c:v>166.0</c:v>
                </c:pt>
                <c:pt idx="57">
                  <c:v>169.0</c:v>
                </c:pt>
                <c:pt idx="58">
                  <c:v>172.0</c:v>
                </c:pt>
                <c:pt idx="59">
                  <c:v>175.0</c:v>
                </c:pt>
                <c:pt idx="60">
                  <c:v>178.0</c:v>
                </c:pt>
                <c:pt idx="61">
                  <c:v>181.0</c:v>
                </c:pt>
                <c:pt idx="62">
                  <c:v>184.0</c:v>
                </c:pt>
                <c:pt idx="63">
                  <c:v>187.0</c:v>
                </c:pt>
                <c:pt idx="64">
                  <c:v>190.0</c:v>
                </c:pt>
                <c:pt idx="65">
                  <c:v>193.0</c:v>
                </c:pt>
                <c:pt idx="66">
                  <c:v>196.0</c:v>
                </c:pt>
                <c:pt idx="67">
                  <c:v>199.0</c:v>
                </c:pt>
                <c:pt idx="68">
                  <c:v>201.0</c:v>
                </c:pt>
                <c:pt idx="69">
                  <c:v>204.0</c:v>
                </c:pt>
                <c:pt idx="70">
                  <c:v>207.0</c:v>
                </c:pt>
                <c:pt idx="71">
                  <c:v>210.0</c:v>
                </c:pt>
                <c:pt idx="72">
                  <c:v>213.0</c:v>
                </c:pt>
                <c:pt idx="73">
                  <c:v>216.0</c:v>
                </c:pt>
                <c:pt idx="74">
                  <c:v>219.0</c:v>
                </c:pt>
                <c:pt idx="75">
                  <c:v>222.0</c:v>
                </c:pt>
                <c:pt idx="76">
                  <c:v>225.0</c:v>
                </c:pt>
                <c:pt idx="77">
                  <c:v>228.0</c:v>
                </c:pt>
                <c:pt idx="78">
                  <c:v>231.0</c:v>
                </c:pt>
                <c:pt idx="79">
                  <c:v>234.0</c:v>
                </c:pt>
                <c:pt idx="80">
                  <c:v>237.0</c:v>
                </c:pt>
                <c:pt idx="81">
                  <c:v>240.0</c:v>
                </c:pt>
                <c:pt idx="82">
                  <c:v>243.0</c:v>
                </c:pt>
                <c:pt idx="83">
                  <c:v>246.0</c:v>
                </c:pt>
                <c:pt idx="84">
                  <c:v>249.0</c:v>
                </c:pt>
                <c:pt idx="85">
                  <c:v>251.0</c:v>
                </c:pt>
                <c:pt idx="86">
                  <c:v>254.0</c:v>
                </c:pt>
                <c:pt idx="87">
                  <c:v>257.0</c:v>
                </c:pt>
                <c:pt idx="88">
                  <c:v>260.0</c:v>
                </c:pt>
                <c:pt idx="89">
                  <c:v>263.0</c:v>
                </c:pt>
                <c:pt idx="90">
                  <c:v>266.0</c:v>
                </c:pt>
                <c:pt idx="91">
                  <c:v>269.0</c:v>
                </c:pt>
                <c:pt idx="92">
                  <c:v>272.0</c:v>
                </c:pt>
                <c:pt idx="93">
                  <c:v>275.0</c:v>
                </c:pt>
                <c:pt idx="94">
                  <c:v>278.0</c:v>
                </c:pt>
                <c:pt idx="95">
                  <c:v>281.0</c:v>
                </c:pt>
                <c:pt idx="96">
                  <c:v>284.0</c:v>
                </c:pt>
                <c:pt idx="97">
                  <c:v>287.0</c:v>
                </c:pt>
                <c:pt idx="98">
                  <c:v>290.0</c:v>
                </c:pt>
                <c:pt idx="99">
                  <c:v>293.0</c:v>
                </c:pt>
                <c:pt idx="100">
                  <c:v>296.0</c:v>
                </c:pt>
                <c:pt idx="101">
                  <c:v>299.0</c:v>
                </c:pt>
                <c:pt idx="102">
                  <c:v>301.0</c:v>
                </c:pt>
                <c:pt idx="103">
                  <c:v>304.0</c:v>
                </c:pt>
                <c:pt idx="104">
                  <c:v>307.0</c:v>
                </c:pt>
                <c:pt idx="105">
                  <c:v>310.0</c:v>
                </c:pt>
                <c:pt idx="106">
                  <c:v>313.0</c:v>
                </c:pt>
                <c:pt idx="107">
                  <c:v>316.0</c:v>
                </c:pt>
                <c:pt idx="108">
                  <c:v>319.0</c:v>
                </c:pt>
                <c:pt idx="109">
                  <c:v>322.0</c:v>
                </c:pt>
                <c:pt idx="110">
                  <c:v>325.0</c:v>
                </c:pt>
                <c:pt idx="111">
                  <c:v>328.0</c:v>
                </c:pt>
                <c:pt idx="112">
                  <c:v>331.0</c:v>
                </c:pt>
                <c:pt idx="113">
                  <c:v>334.0</c:v>
                </c:pt>
                <c:pt idx="114">
                  <c:v>337.0</c:v>
                </c:pt>
                <c:pt idx="115">
                  <c:v>340.0</c:v>
                </c:pt>
                <c:pt idx="116">
                  <c:v>343.0</c:v>
                </c:pt>
                <c:pt idx="117">
                  <c:v>346.0</c:v>
                </c:pt>
                <c:pt idx="118">
                  <c:v>349.0</c:v>
                </c:pt>
                <c:pt idx="119">
                  <c:v>351.0</c:v>
                </c:pt>
                <c:pt idx="120">
                  <c:v>354.0</c:v>
                </c:pt>
                <c:pt idx="121">
                  <c:v>357.0</c:v>
                </c:pt>
                <c:pt idx="122">
                  <c:v>360.0</c:v>
                </c:pt>
                <c:pt idx="123">
                  <c:v>363.0</c:v>
                </c:pt>
                <c:pt idx="124">
                  <c:v>366.0</c:v>
                </c:pt>
                <c:pt idx="125">
                  <c:v>369.0</c:v>
                </c:pt>
                <c:pt idx="126">
                  <c:v>372.0</c:v>
                </c:pt>
                <c:pt idx="127">
                  <c:v>375.0</c:v>
                </c:pt>
                <c:pt idx="128">
                  <c:v>378.0</c:v>
                </c:pt>
                <c:pt idx="129">
                  <c:v>381.0</c:v>
                </c:pt>
                <c:pt idx="130">
                  <c:v>384.0</c:v>
                </c:pt>
                <c:pt idx="131">
                  <c:v>387.0</c:v>
                </c:pt>
                <c:pt idx="132">
                  <c:v>390.0</c:v>
                </c:pt>
                <c:pt idx="133">
                  <c:v>393.0</c:v>
                </c:pt>
                <c:pt idx="134">
                  <c:v>396.0</c:v>
                </c:pt>
                <c:pt idx="135">
                  <c:v>399.0</c:v>
                </c:pt>
                <c:pt idx="136">
                  <c:v>401.0</c:v>
                </c:pt>
                <c:pt idx="137">
                  <c:v>404.0</c:v>
                </c:pt>
                <c:pt idx="138">
                  <c:v>407.0</c:v>
                </c:pt>
                <c:pt idx="139">
                  <c:v>410.0</c:v>
                </c:pt>
                <c:pt idx="140">
                  <c:v>413.0</c:v>
                </c:pt>
                <c:pt idx="141">
                  <c:v>416.0</c:v>
                </c:pt>
                <c:pt idx="142">
                  <c:v>419.0</c:v>
                </c:pt>
                <c:pt idx="143">
                  <c:v>422.0</c:v>
                </c:pt>
                <c:pt idx="144">
                  <c:v>425.0</c:v>
                </c:pt>
                <c:pt idx="145">
                  <c:v>428.0</c:v>
                </c:pt>
                <c:pt idx="146">
                  <c:v>431.0</c:v>
                </c:pt>
                <c:pt idx="147">
                  <c:v>434.0</c:v>
                </c:pt>
                <c:pt idx="148">
                  <c:v>437.0</c:v>
                </c:pt>
                <c:pt idx="149">
                  <c:v>440.0</c:v>
                </c:pt>
                <c:pt idx="150">
                  <c:v>443.0</c:v>
                </c:pt>
                <c:pt idx="151">
                  <c:v>446.0</c:v>
                </c:pt>
                <c:pt idx="152">
                  <c:v>449.0</c:v>
                </c:pt>
                <c:pt idx="153">
                  <c:v>451.0</c:v>
                </c:pt>
                <c:pt idx="154">
                  <c:v>454.0</c:v>
                </c:pt>
                <c:pt idx="155">
                  <c:v>457.0</c:v>
                </c:pt>
                <c:pt idx="156">
                  <c:v>460.0</c:v>
                </c:pt>
                <c:pt idx="157">
                  <c:v>463.0</c:v>
                </c:pt>
                <c:pt idx="158">
                  <c:v>466.0</c:v>
                </c:pt>
                <c:pt idx="159">
                  <c:v>469.0</c:v>
                </c:pt>
                <c:pt idx="160">
                  <c:v>472.0</c:v>
                </c:pt>
                <c:pt idx="161">
                  <c:v>475.0</c:v>
                </c:pt>
                <c:pt idx="162">
                  <c:v>478.0</c:v>
                </c:pt>
                <c:pt idx="163">
                  <c:v>481.0</c:v>
                </c:pt>
                <c:pt idx="164">
                  <c:v>484.0</c:v>
                </c:pt>
                <c:pt idx="165">
                  <c:v>487.0</c:v>
                </c:pt>
                <c:pt idx="166">
                  <c:v>490.0</c:v>
                </c:pt>
                <c:pt idx="167">
                  <c:v>493.0</c:v>
                </c:pt>
                <c:pt idx="168">
                  <c:v>496.0</c:v>
                </c:pt>
                <c:pt idx="169">
                  <c:v>499.0</c:v>
                </c:pt>
                <c:pt idx="170">
                  <c:v>501.0</c:v>
                </c:pt>
                <c:pt idx="171">
                  <c:v>504.0</c:v>
                </c:pt>
                <c:pt idx="172">
                  <c:v>507.0</c:v>
                </c:pt>
                <c:pt idx="173">
                  <c:v>510.0</c:v>
                </c:pt>
                <c:pt idx="174">
                  <c:v>513.0</c:v>
                </c:pt>
                <c:pt idx="175">
                  <c:v>516.0</c:v>
                </c:pt>
                <c:pt idx="176">
                  <c:v>519.0</c:v>
                </c:pt>
                <c:pt idx="177">
                  <c:v>522.0</c:v>
                </c:pt>
                <c:pt idx="178">
                  <c:v>525.0</c:v>
                </c:pt>
                <c:pt idx="179">
                  <c:v>528.0</c:v>
                </c:pt>
                <c:pt idx="180">
                  <c:v>531.0</c:v>
                </c:pt>
                <c:pt idx="181">
                  <c:v>534.0</c:v>
                </c:pt>
                <c:pt idx="182">
                  <c:v>537.0</c:v>
                </c:pt>
                <c:pt idx="183">
                  <c:v>540.0</c:v>
                </c:pt>
                <c:pt idx="184">
                  <c:v>543.0</c:v>
                </c:pt>
                <c:pt idx="185">
                  <c:v>546.0</c:v>
                </c:pt>
                <c:pt idx="186">
                  <c:v>549.0</c:v>
                </c:pt>
                <c:pt idx="187">
                  <c:v>551.0</c:v>
                </c:pt>
                <c:pt idx="188">
                  <c:v>554.0</c:v>
                </c:pt>
                <c:pt idx="189">
                  <c:v>557.0</c:v>
                </c:pt>
                <c:pt idx="190">
                  <c:v>560.0</c:v>
                </c:pt>
                <c:pt idx="191">
                  <c:v>563.0</c:v>
                </c:pt>
                <c:pt idx="192">
                  <c:v>566.0</c:v>
                </c:pt>
                <c:pt idx="193">
                  <c:v>569.0</c:v>
                </c:pt>
                <c:pt idx="194">
                  <c:v>572.0</c:v>
                </c:pt>
                <c:pt idx="195">
                  <c:v>575.0</c:v>
                </c:pt>
                <c:pt idx="196">
                  <c:v>578.0</c:v>
                </c:pt>
                <c:pt idx="197">
                  <c:v>581.0</c:v>
                </c:pt>
                <c:pt idx="198">
                  <c:v>584.0</c:v>
                </c:pt>
                <c:pt idx="199">
                  <c:v>587.0</c:v>
                </c:pt>
                <c:pt idx="200">
                  <c:v>590.0</c:v>
                </c:pt>
                <c:pt idx="201">
                  <c:v>593.0</c:v>
                </c:pt>
                <c:pt idx="202">
                  <c:v>596.0</c:v>
                </c:pt>
                <c:pt idx="203">
                  <c:v>599.0</c:v>
                </c:pt>
                <c:pt idx="204">
                  <c:v>601.0</c:v>
                </c:pt>
                <c:pt idx="205">
                  <c:v>604.0</c:v>
                </c:pt>
                <c:pt idx="206">
                  <c:v>607.0</c:v>
                </c:pt>
                <c:pt idx="207">
                  <c:v>610.0</c:v>
                </c:pt>
                <c:pt idx="208">
                  <c:v>613.0</c:v>
                </c:pt>
                <c:pt idx="209">
                  <c:v>616.0</c:v>
                </c:pt>
                <c:pt idx="210">
                  <c:v>619.0</c:v>
                </c:pt>
                <c:pt idx="211">
                  <c:v>622.0</c:v>
                </c:pt>
                <c:pt idx="212">
                  <c:v>625.0</c:v>
                </c:pt>
                <c:pt idx="213">
                  <c:v>628.0</c:v>
                </c:pt>
                <c:pt idx="214">
                  <c:v>631.0</c:v>
                </c:pt>
                <c:pt idx="215">
                  <c:v>634.0</c:v>
                </c:pt>
                <c:pt idx="216">
                  <c:v>637.0</c:v>
                </c:pt>
                <c:pt idx="217">
                  <c:v>640.0</c:v>
                </c:pt>
                <c:pt idx="218">
                  <c:v>643.0</c:v>
                </c:pt>
                <c:pt idx="219">
                  <c:v>646.0</c:v>
                </c:pt>
                <c:pt idx="220">
                  <c:v>649.0</c:v>
                </c:pt>
                <c:pt idx="221">
                  <c:v>651.0</c:v>
                </c:pt>
                <c:pt idx="222">
                  <c:v>654.0</c:v>
                </c:pt>
                <c:pt idx="223">
                  <c:v>657.0</c:v>
                </c:pt>
                <c:pt idx="224">
                  <c:v>660.0</c:v>
                </c:pt>
                <c:pt idx="225">
                  <c:v>663.0</c:v>
                </c:pt>
                <c:pt idx="226">
                  <c:v>666.0</c:v>
                </c:pt>
                <c:pt idx="227">
                  <c:v>669.0</c:v>
                </c:pt>
                <c:pt idx="228">
                  <c:v>672.0</c:v>
                </c:pt>
                <c:pt idx="229">
                  <c:v>675.0</c:v>
                </c:pt>
                <c:pt idx="230">
                  <c:v>678.0</c:v>
                </c:pt>
                <c:pt idx="231">
                  <c:v>681.0</c:v>
                </c:pt>
                <c:pt idx="232">
                  <c:v>684.0</c:v>
                </c:pt>
                <c:pt idx="233">
                  <c:v>687.0</c:v>
                </c:pt>
                <c:pt idx="234">
                  <c:v>690.0</c:v>
                </c:pt>
                <c:pt idx="235">
                  <c:v>693.0</c:v>
                </c:pt>
                <c:pt idx="236">
                  <c:v>696.0</c:v>
                </c:pt>
                <c:pt idx="237">
                  <c:v>699.0</c:v>
                </c:pt>
                <c:pt idx="238">
                  <c:v>701.0</c:v>
                </c:pt>
                <c:pt idx="239">
                  <c:v>704.0</c:v>
                </c:pt>
                <c:pt idx="240">
                  <c:v>707.0</c:v>
                </c:pt>
                <c:pt idx="241">
                  <c:v>710.0</c:v>
                </c:pt>
                <c:pt idx="242">
                  <c:v>713.0</c:v>
                </c:pt>
                <c:pt idx="243">
                  <c:v>716.0</c:v>
                </c:pt>
                <c:pt idx="244">
                  <c:v>719.0</c:v>
                </c:pt>
                <c:pt idx="245">
                  <c:v>722.0</c:v>
                </c:pt>
                <c:pt idx="246">
                  <c:v>725.0</c:v>
                </c:pt>
                <c:pt idx="247">
                  <c:v>728.0</c:v>
                </c:pt>
                <c:pt idx="248">
                  <c:v>731.0</c:v>
                </c:pt>
                <c:pt idx="249">
                  <c:v>734.0</c:v>
                </c:pt>
                <c:pt idx="250">
                  <c:v>737.0</c:v>
                </c:pt>
                <c:pt idx="251">
                  <c:v>740.0</c:v>
                </c:pt>
                <c:pt idx="252">
                  <c:v>743.0</c:v>
                </c:pt>
                <c:pt idx="253">
                  <c:v>746.0</c:v>
                </c:pt>
                <c:pt idx="254">
                  <c:v>749.0</c:v>
                </c:pt>
                <c:pt idx="255">
                  <c:v>751.0</c:v>
                </c:pt>
                <c:pt idx="256">
                  <c:v>754.0</c:v>
                </c:pt>
                <c:pt idx="257">
                  <c:v>757.0</c:v>
                </c:pt>
                <c:pt idx="258">
                  <c:v>760.0</c:v>
                </c:pt>
                <c:pt idx="259">
                  <c:v>763.0</c:v>
                </c:pt>
                <c:pt idx="260">
                  <c:v>766.0</c:v>
                </c:pt>
                <c:pt idx="261">
                  <c:v>769.0</c:v>
                </c:pt>
                <c:pt idx="262">
                  <c:v>772.0</c:v>
                </c:pt>
                <c:pt idx="263">
                  <c:v>775.0</c:v>
                </c:pt>
                <c:pt idx="264">
                  <c:v>778.0</c:v>
                </c:pt>
                <c:pt idx="265">
                  <c:v>781.0</c:v>
                </c:pt>
                <c:pt idx="266">
                  <c:v>784.0</c:v>
                </c:pt>
                <c:pt idx="267">
                  <c:v>787.0</c:v>
                </c:pt>
                <c:pt idx="268">
                  <c:v>790.0</c:v>
                </c:pt>
                <c:pt idx="269">
                  <c:v>793.0</c:v>
                </c:pt>
                <c:pt idx="270">
                  <c:v>796.0</c:v>
                </c:pt>
                <c:pt idx="271">
                  <c:v>799.0</c:v>
                </c:pt>
                <c:pt idx="272">
                  <c:v>801.0</c:v>
                </c:pt>
                <c:pt idx="273">
                  <c:v>804.0</c:v>
                </c:pt>
                <c:pt idx="274">
                  <c:v>807.0</c:v>
                </c:pt>
                <c:pt idx="275">
                  <c:v>810.0</c:v>
                </c:pt>
                <c:pt idx="276">
                  <c:v>813.0</c:v>
                </c:pt>
                <c:pt idx="277">
                  <c:v>816.0</c:v>
                </c:pt>
                <c:pt idx="278">
                  <c:v>819.0</c:v>
                </c:pt>
                <c:pt idx="279">
                  <c:v>822.0</c:v>
                </c:pt>
                <c:pt idx="280">
                  <c:v>825.0</c:v>
                </c:pt>
                <c:pt idx="281">
                  <c:v>828.0</c:v>
                </c:pt>
                <c:pt idx="282">
                  <c:v>831.0</c:v>
                </c:pt>
                <c:pt idx="283">
                  <c:v>834.0</c:v>
                </c:pt>
                <c:pt idx="284">
                  <c:v>837.0</c:v>
                </c:pt>
                <c:pt idx="285">
                  <c:v>840.0</c:v>
                </c:pt>
                <c:pt idx="286">
                  <c:v>843.0</c:v>
                </c:pt>
                <c:pt idx="287">
                  <c:v>846.0</c:v>
                </c:pt>
                <c:pt idx="288">
                  <c:v>849.0</c:v>
                </c:pt>
                <c:pt idx="289">
                  <c:v>851.0</c:v>
                </c:pt>
                <c:pt idx="290">
                  <c:v>854.0</c:v>
                </c:pt>
                <c:pt idx="291">
                  <c:v>857.0</c:v>
                </c:pt>
                <c:pt idx="292">
                  <c:v>860.0</c:v>
                </c:pt>
                <c:pt idx="293">
                  <c:v>863.0</c:v>
                </c:pt>
                <c:pt idx="294">
                  <c:v>866.0</c:v>
                </c:pt>
                <c:pt idx="295">
                  <c:v>869.0</c:v>
                </c:pt>
                <c:pt idx="296">
                  <c:v>872.0</c:v>
                </c:pt>
                <c:pt idx="297">
                  <c:v>875.0</c:v>
                </c:pt>
                <c:pt idx="298">
                  <c:v>878.0</c:v>
                </c:pt>
                <c:pt idx="299">
                  <c:v>881.0</c:v>
                </c:pt>
                <c:pt idx="300">
                  <c:v>884.0</c:v>
                </c:pt>
                <c:pt idx="301">
                  <c:v>887.0</c:v>
                </c:pt>
                <c:pt idx="302">
                  <c:v>890.0</c:v>
                </c:pt>
                <c:pt idx="303">
                  <c:v>893.0</c:v>
                </c:pt>
                <c:pt idx="304">
                  <c:v>896.0</c:v>
                </c:pt>
                <c:pt idx="305">
                  <c:v>899.0</c:v>
                </c:pt>
              </c:numCache>
            </c:numRef>
          </c:xVal>
          <c:yVal>
            <c:numRef>
              <c:f>Sheet1!$B$1542:$B$1847</c:f>
              <c:numCache>
                <c:formatCode>General</c:formatCode>
                <c:ptCount val="306"/>
                <c:pt idx="0">
                  <c:v>0.36679</c:v>
                </c:pt>
                <c:pt idx="1">
                  <c:v>0.19638</c:v>
                </c:pt>
                <c:pt idx="2">
                  <c:v>0.056342</c:v>
                </c:pt>
                <c:pt idx="3">
                  <c:v>0.011167</c:v>
                </c:pt>
                <c:pt idx="4">
                  <c:v>0.0022764</c:v>
                </c:pt>
                <c:pt idx="5">
                  <c:v>0.00053432</c:v>
                </c:pt>
                <c:pt idx="6">
                  <c:v>0.00017145</c:v>
                </c:pt>
                <c:pt idx="7">
                  <c:v>8.3067e-05</c:v>
                </c:pt>
                <c:pt idx="8">
                  <c:v>5.3581e-05</c:v>
                </c:pt>
                <c:pt idx="9">
                  <c:v>3.8858e-05</c:v>
                </c:pt>
                <c:pt idx="10">
                  <c:v>3.0571e-05</c:v>
                </c:pt>
                <c:pt idx="11">
                  <c:v>2.4637e-05</c:v>
                </c:pt>
                <c:pt idx="12">
                  <c:v>1.9946e-05</c:v>
                </c:pt>
                <c:pt idx="13">
                  <c:v>1.6464e-05</c:v>
                </c:pt>
                <c:pt idx="14">
                  <c:v>1.4024e-05</c:v>
                </c:pt>
                <c:pt idx="15">
                  <c:v>1.2773e-05</c:v>
                </c:pt>
                <c:pt idx="16">
                  <c:v>1.2588e-05</c:v>
                </c:pt>
                <c:pt idx="17">
                  <c:v>1.2496e-05</c:v>
                </c:pt>
                <c:pt idx="18">
                  <c:v>1.1991e-05</c:v>
                </c:pt>
                <c:pt idx="19">
                  <c:v>1.137e-05</c:v>
                </c:pt>
                <c:pt idx="20">
                  <c:v>9.9343e-06</c:v>
                </c:pt>
                <c:pt idx="21">
                  <c:v>7.6922e-06</c:v>
                </c:pt>
                <c:pt idx="22">
                  <c:v>6.1036e-06</c:v>
                </c:pt>
                <c:pt idx="23">
                  <c:v>5.3432e-06</c:v>
                </c:pt>
                <c:pt idx="24">
                  <c:v>4.6534e-06</c:v>
                </c:pt>
                <c:pt idx="25">
                  <c:v>3.9755e-06</c:v>
                </c:pt>
                <c:pt idx="26">
                  <c:v>3.7276e-06</c:v>
                </c:pt>
                <c:pt idx="27">
                  <c:v>3.5013e-06</c:v>
                </c:pt>
                <c:pt idx="28">
                  <c:v>3.0175e-06</c:v>
                </c:pt>
                <c:pt idx="29">
                  <c:v>2.4758e-06</c:v>
                </c:pt>
                <c:pt idx="30">
                  <c:v>2.0862e-06</c:v>
                </c:pt>
                <c:pt idx="31">
                  <c:v>1.8193e-06</c:v>
                </c:pt>
                <c:pt idx="32">
                  <c:v>1.6626e-06</c:v>
                </c:pt>
                <c:pt idx="33">
                  <c:v>1.5084e-06</c:v>
                </c:pt>
                <c:pt idx="34">
                  <c:v>1.4329e-06</c:v>
                </c:pt>
                <c:pt idx="35">
                  <c:v>1.3664e-06</c:v>
                </c:pt>
                <c:pt idx="36">
                  <c:v>1.2953e-06</c:v>
                </c:pt>
                <c:pt idx="37">
                  <c:v>1.2763e-06</c:v>
                </c:pt>
                <c:pt idx="38">
                  <c:v>1.2085e-06</c:v>
                </c:pt>
                <c:pt idx="39">
                  <c:v>1.1394e-06</c:v>
                </c:pt>
                <c:pt idx="40">
                  <c:v>1.0756e-06</c:v>
                </c:pt>
                <c:pt idx="41">
                  <c:v>1.1032e-06</c:v>
                </c:pt>
                <c:pt idx="42">
                  <c:v>1.0856e-06</c:v>
                </c:pt>
                <c:pt idx="43">
                  <c:v>1.0836e-06</c:v>
                </c:pt>
                <c:pt idx="44">
                  <c:v>1.0537e-06</c:v>
                </c:pt>
                <c:pt idx="45">
                  <c:v>1.1109e-06</c:v>
                </c:pt>
                <c:pt idx="46">
                  <c:v>1.1074e-06</c:v>
                </c:pt>
                <c:pt idx="47">
                  <c:v>1.1333e-06</c:v>
                </c:pt>
                <c:pt idx="48">
                  <c:v>1.1114e-06</c:v>
                </c:pt>
                <c:pt idx="49">
                  <c:v>1.0661e-06</c:v>
                </c:pt>
                <c:pt idx="50">
                  <c:v>9.7688e-07</c:v>
                </c:pt>
                <c:pt idx="51">
                  <c:v>0.02028</c:v>
                </c:pt>
                <c:pt idx="52">
                  <c:v>0.005732</c:v>
                </c:pt>
                <c:pt idx="53">
                  <c:v>0.0020997</c:v>
                </c:pt>
                <c:pt idx="54">
                  <c:v>0.00094928</c:v>
                </c:pt>
                <c:pt idx="55">
                  <c:v>0.00048165</c:v>
                </c:pt>
                <c:pt idx="56">
                  <c:v>0.00026098</c:v>
                </c:pt>
                <c:pt idx="57">
                  <c:v>0.00014869</c:v>
                </c:pt>
                <c:pt idx="58">
                  <c:v>8.7055e-05</c:v>
                </c:pt>
                <c:pt idx="59">
                  <c:v>5.3315e-05</c:v>
                </c:pt>
                <c:pt idx="60">
                  <c:v>3.2514e-05</c:v>
                </c:pt>
                <c:pt idx="61">
                  <c:v>2.0439e-05</c:v>
                </c:pt>
                <c:pt idx="62">
                  <c:v>1.3319e-05</c:v>
                </c:pt>
                <c:pt idx="63">
                  <c:v>9.4131e-06</c:v>
                </c:pt>
                <c:pt idx="64">
                  <c:v>6.9998e-06</c:v>
                </c:pt>
                <c:pt idx="65">
                  <c:v>5.3256e-06</c:v>
                </c:pt>
                <c:pt idx="66">
                  <c:v>4.2864e-06</c:v>
                </c:pt>
                <c:pt idx="67">
                  <c:v>3.6692e-06</c:v>
                </c:pt>
                <c:pt idx="68">
                  <c:v>3.4405e-06</c:v>
                </c:pt>
                <c:pt idx="69">
                  <c:v>2.9537e-06</c:v>
                </c:pt>
                <c:pt idx="70">
                  <c:v>2.554e-06</c:v>
                </c:pt>
                <c:pt idx="71">
                  <c:v>2.2663e-06</c:v>
                </c:pt>
                <c:pt idx="72">
                  <c:v>2.0262e-06</c:v>
                </c:pt>
                <c:pt idx="73">
                  <c:v>1.8762e-06</c:v>
                </c:pt>
                <c:pt idx="74">
                  <c:v>1.6874e-06</c:v>
                </c:pt>
                <c:pt idx="75">
                  <c:v>1.5486e-06</c:v>
                </c:pt>
                <c:pt idx="76">
                  <c:v>1.4036e-06</c:v>
                </c:pt>
                <c:pt idx="77">
                  <c:v>1.3107e-06</c:v>
                </c:pt>
                <c:pt idx="78">
                  <c:v>1.2207e-06</c:v>
                </c:pt>
                <c:pt idx="79">
                  <c:v>1.1735e-06</c:v>
                </c:pt>
                <c:pt idx="80">
                  <c:v>1.0889e-06</c:v>
                </c:pt>
                <c:pt idx="81">
                  <c:v>1.0479e-06</c:v>
                </c:pt>
                <c:pt idx="82">
                  <c:v>1.0039e-06</c:v>
                </c:pt>
                <c:pt idx="83">
                  <c:v>9.6112e-07</c:v>
                </c:pt>
                <c:pt idx="84">
                  <c:v>9.2039e-07</c:v>
                </c:pt>
                <c:pt idx="85">
                  <c:v>9.2262e-07</c:v>
                </c:pt>
                <c:pt idx="86">
                  <c:v>8.9788e-07</c:v>
                </c:pt>
                <c:pt idx="87">
                  <c:v>8.3346e-07</c:v>
                </c:pt>
                <c:pt idx="88">
                  <c:v>8.4345e-07</c:v>
                </c:pt>
                <c:pt idx="89">
                  <c:v>7.957e-07</c:v>
                </c:pt>
                <c:pt idx="90">
                  <c:v>8.1315e-07</c:v>
                </c:pt>
                <c:pt idx="91">
                  <c:v>7.9842e-07</c:v>
                </c:pt>
                <c:pt idx="92">
                  <c:v>7.6098e-07</c:v>
                </c:pt>
                <c:pt idx="93">
                  <c:v>7.7288e-07</c:v>
                </c:pt>
                <c:pt idx="94">
                  <c:v>7.7787e-07</c:v>
                </c:pt>
                <c:pt idx="95">
                  <c:v>7.5981e-07</c:v>
                </c:pt>
                <c:pt idx="96">
                  <c:v>7.6167e-07</c:v>
                </c:pt>
                <c:pt idx="97">
                  <c:v>7.5459e-07</c:v>
                </c:pt>
                <c:pt idx="98">
                  <c:v>7.7029e-07</c:v>
                </c:pt>
                <c:pt idx="99">
                  <c:v>7.7531e-07</c:v>
                </c:pt>
                <c:pt idx="100">
                  <c:v>7.982e-07</c:v>
                </c:pt>
                <c:pt idx="101">
                  <c:v>8.1518e-07</c:v>
                </c:pt>
                <c:pt idx="102">
                  <c:v>0.013213</c:v>
                </c:pt>
                <c:pt idx="103">
                  <c:v>0.0024579</c:v>
                </c:pt>
                <c:pt idx="104">
                  <c:v>0.00065872</c:v>
                </c:pt>
                <c:pt idx="105">
                  <c:v>0.0003675</c:v>
                </c:pt>
                <c:pt idx="106">
                  <c:v>0.00021526</c:v>
                </c:pt>
                <c:pt idx="107">
                  <c:v>0.0001405</c:v>
                </c:pt>
                <c:pt idx="108">
                  <c:v>0.00010259</c:v>
                </c:pt>
                <c:pt idx="109">
                  <c:v>8.4545e-05</c:v>
                </c:pt>
                <c:pt idx="110">
                  <c:v>7.3272e-05</c:v>
                </c:pt>
                <c:pt idx="111">
                  <c:v>6.3277e-05</c:v>
                </c:pt>
                <c:pt idx="112">
                  <c:v>6.2652e-05</c:v>
                </c:pt>
                <c:pt idx="113">
                  <c:v>7.3719e-05</c:v>
                </c:pt>
                <c:pt idx="114">
                  <c:v>7.2073e-05</c:v>
                </c:pt>
                <c:pt idx="115">
                  <c:v>6.4161e-05</c:v>
                </c:pt>
                <c:pt idx="116">
                  <c:v>6.0445e-05</c:v>
                </c:pt>
                <c:pt idx="117">
                  <c:v>7.7208e-05</c:v>
                </c:pt>
                <c:pt idx="118">
                  <c:v>8.1873e-05</c:v>
                </c:pt>
                <c:pt idx="119">
                  <c:v>7.0661e-05</c:v>
                </c:pt>
                <c:pt idx="120">
                  <c:v>6.0928e-05</c:v>
                </c:pt>
                <c:pt idx="121">
                  <c:v>5.7334e-05</c:v>
                </c:pt>
                <c:pt idx="122">
                  <c:v>5.6201e-05</c:v>
                </c:pt>
                <c:pt idx="123">
                  <c:v>5.0068e-05</c:v>
                </c:pt>
                <c:pt idx="124">
                  <c:v>4.0311e-05</c:v>
                </c:pt>
                <c:pt idx="125">
                  <c:v>3.582e-05</c:v>
                </c:pt>
                <c:pt idx="126">
                  <c:v>3.9616e-05</c:v>
                </c:pt>
                <c:pt idx="127">
                  <c:v>5.1611e-05</c:v>
                </c:pt>
                <c:pt idx="128">
                  <c:v>5.6837e-05</c:v>
                </c:pt>
                <c:pt idx="129">
                  <c:v>5.535e-05</c:v>
                </c:pt>
                <c:pt idx="130">
                  <c:v>5.7214e-05</c:v>
                </c:pt>
                <c:pt idx="131">
                  <c:v>5.7426e-05</c:v>
                </c:pt>
                <c:pt idx="132">
                  <c:v>6.2401e-05</c:v>
                </c:pt>
                <c:pt idx="133">
                  <c:v>8.8733e-05</c:v>
                </c:pt>
                <c:pt idx="134">
                  <c:v>8.9513e-05</c:v>
                </c:pt>
                <c:pt idx="135">
                  <c:v>8.1427e-05</c:v>
                </c:pt>
                <c:pt idx="136">
                  <c:v>7.6822e-05</c:v>
                </c:pt>
                <c:pt idx="137">
                  <c:v>7.0867e-05</c:v>
                </c:pt>
                <c:pt idx="138">
                  <c:v>6.3169e-05</c:v>
                </c:pt>
                <c:pt idx="139">
                  <c:v>6.1562e-05</c:v>
                </c:pt>
                <c:pt idx="140">
                  <c:v>5.6818e-05</c:v>
                </c:pt>
                <c:pt idx="141">
                  <c:v>6.6313e-05</c:v>
                </c:pt>
                <c:pt idx="142">
                  <c:v>6.7568e-05</c:v>
                </c:pt>
                <c:pt idx="143">
                  <c:v>5.9162e-05</c:v>
                </c:pt>
                <c:pt idx="144">
                  <c:v>5.4515e-05</c:v>
                </c:pt>
                <c:pt idx="145">
                  <c:v>5.1902e-05</c:v>
                </c:pt>
                <c:pt idx="146">
                  <c:v>4.7384e-05</c:v>
                </c:pt>
                <c:pt idx="147">
                  <c:v>4.1586e-05</c:v>
                </c:pt>
                <c:pt idx="148">
                  <c:v>3.6317e-05</c:v>
                </c:pt>
                <c:pt idx="149">
                  <c:v>3.7369e-05</c:v>
                </c:pt>
                <c:pt idx="150">
                  <c:v>4.4264e-05</c:v>
                </c:pt>
                <c:pt idx="151">
                  <c:v>5.1547e-05</c:v>
                </c:pt>
                <c:pt idx="152">
                  <c:v>5.8358e-05</c:v>
                </c:pt>
                <c:pt idx="153">
                  <c:v>6.1148e-05</c:v>
                </c:pt>
                <c:pt idx="154">
                  <c:v>6.1103e-05</c:v>
                </c:pt>
                <c:pt idx="155">
                  <c:v>5.8558e-05</c:v>
                </c:pt>
                <c:pt idx="156">
                  <c:v>6.8035e-05</c:v>
                </c:pt>
                <c:pt idx="157">
                  <c:v>9.0979e-05</c:v>
                </c:pt>
                <c:pt idx="158">
                  <c:v>8.4059e-05</c:v>
                </c:pt>
                <c:pt idx="159">
                  <c:v>7.6808e-05</c:v>
                </c:pt>
                <c:pt idx="160">
                  <c:v>7.2852e-05</c:v>
                </c:pt>
                <c:pt idx="161">
                  <c:v>6.9241e-05</c:v>
                </c:pt>
                <c:pt idx="162">
                  <c:v>6.9836e-05</c:v>
                </c:pt>
                <c:pt idx="163">
                  <c:v>5.5483e-05</c:v>
                </c:pt>
                <c:pt idx="164">
                  <c:v>5.2733e-05</c:v>
                </c:pt>
                <c:pt idx="165">
                  <c:v>6.2495e-05</c:v>
                </c:pt>
                <c:pt idx="166">
                  <c:v>7.0538e-05</c:v>
                </c:pt>
                <c:pt idx="167">
                  <c:v>6.2424e-05</c:v>
                </c:pt>
                <c:pt idx="168">
                  <c:v>5.5456e-05</c:v>
                </c:pt>
                <c:pt idx="169">
                  <c:v>5.1577e-05</c:v>
                </c:pt>
                <c:pt idx="170">
                  <c:v>4.8829e-05</c:v>
                </c:pt>
                <c:pt idx="171">
                  <c:v>4.3017e-05</c:v>
                </c:pt>
                <c:pt idx="172">
                  <c:v>3.8354e-05</c:v>
                </c:pt>
                <c:pt idx="173">
                  <c:v>3.8768e-05</c:v>
                </c:pt>
                <c:pt idx="174">
                  <c:v>4.4919e-05</c:v>
                </c:pt>
                <c:pt idx="175">
                  <c:v>5.0147e-05</c:v>
                </c:pt>
                <c:pt idx="176">
                  <c:v>5.5092e-05</c:v>
                </c:pt>
                <c:pt idx="177">
                  <c:v>6.1245e-05</c:v>
                </c:pt>
                <c:pt idx="178">
                  <c:v>6.1313e-05</c:v>
                </c:pt>
                <c:pt idx="179">
                  <c:v>5.8818e-05</c:v>
                </c:pt>
                <c:pt idx="180">
                  <c:v>7.4598e-05</c:v>
                </c:pt>
                <c:pt idx="181">
                  <c:v>9.1076e-05</c:v>
                </c:pt>
                <c:pt idx="182">
                  <c:v>8.047e-05</c:v>
                </c:pt>
                <c:pt idx="183">
                  <c:v>7.2852e-05</c:v>
                </c:pt>
                <c:pt idx="184">
                  <c:v>6.9803e-05</c:v>
                </c:pt>
                <c:pt idx="185">
                  <c:v>6.8918e-05</c:v>
                </c:pt>
                <c:pt idx="186">
                  <c:v>6.8737e-05</c:v>
                </c:pt>
                <c:pt idx="187">
                  <c:v>6.343e-05</c:v>
                </c:pt>
                <c:pt idx="188">
                  <c:v>6.1244e-05</c:v>
                </c:pt>
                <c:pt idx="189">
                  <c:v>5.6218e-05</c:v>
                </c:pt>
                <c:pt idx="190">
                  <c:v>6.3994e-05</c:v>
                </c:pt>
                <c:pt idx="191">
                  <c:v>6.8194e-05</c:v>
                </c:pt>
                <c:pt idx="192">
                  <c:v>5.9196e-05</c:v>
                </c:pt>
                <c:pt idx="193">
                  <c:v>5.2e-05</c:v>
                </c:pt>
                <c:pt idx="194">
                  <c:v>4.7385e-05</c:v>
                </c:pt>
                <c:pt idx="195">
                  <c:v>4.2382e-05</c:v>
                </c:pt>
                <c:pt idx="196">
                  <c:v>3.8503e-05</c:v>
                </c:pt>
                <c:pt idx="197">
                  <c:v>3.9439e-05</c:v>
                </c:pt>
                <c:pt idx="198">
                  <c:v>4.6077e-05</c:v>
                </c:pt>
                <c:pt idx="199">
                  <c:v>5.1363e-05</c:v>
                </c:pt>
                <c:pt idx="200">
                  <c:v>5.3934e-05</c:v>
                </c:pt>
                <c:pt idx="201">
                  <c:v>5.8386e-05</c:v>
                </c:pt>
                <c:pt idx="202">
                  <c:v>6.0144e-05</c:v>
                </c:pt>
                <c:pt idx="203">
                  <c:v>5.761e-05</c:v>
                </c:pt>
                <c:pt idx="204">
                  <c:v>6.4976e-05</c:v>
                </c:pt>
                <c:pt idx="205">
                  <c:v>8.7658e-05</c:v>
                </c:pt>
                <c:pt idx="206">
                  <c:v>8.332e-05</c:v>
                </c:pt>
                <c:pt idx="207">
                  <c:v>7.3373e-05</c:v>
                </c:pt>
                <c:pt idx="208">
                  <c:v>6.7159e-05</c:v>
                </c:pt>
                <c:pt idx="209">
                  <c:v>6.4936e-05</c:v>
                </c:pt>
                <c:pt idx="210">
                  <c:v>6.6212e-05</c:v>
                </c:pt>
                <c:pt idx="211">
                  <c:v>6.782e-05</c:v>
                </c:pt>
                <c:pt idx="212">
                  <c:v>6.472e-05</c:v>
                </c:pt>
                <c:pt idx="213">
                  <c:v>5.2376e-05</c:v>
                </c:pt>
                <c:pt idx="214">
                  <c:v>5.6902e-05</c:v>
                </c:pt>
                <c:pt idx="215">
                  <c:v>7.5197e-05</c:v>
                </c:pt>
                <c:pt idx="216">
                  <c:v>7.3239e-05</c:v>
                </c:pt>
                <c:pt idx="217">
                  <c:v>6.1819e-05</c:v>
                </c:pt>
                <c:pt idx="218">
                  <c:v>5.6711e-05</c:v>
                </c:pt>
                <c:pt idx="219">
                  <c:v>5.1603e-05</c:v>
                </c:pt>
                <c:pt idx="220">
                  <c:v>4.4406e-05</c:v>
                </c:pt>
                <c:pt idx="221">
                  <c:v>4.0898e-05</c:v>
                </c:pt>
                <c:pt idx="222">
                  <c:v>4.2683e-05</c:v>
                </c:pt>
                <c:pt idx="223">
                  <c:v>5.0353e-05</c:v>
                </c:pt>
                <c:pt idx="224">
                  <c:v>5.5049e-05</c:v>
                </c:pt>
                <c:pt idx="225">
                  <c:v>5.6968e-05</c:v>
                </c:pt>
                <c:pt idx="226">
                  <c:v>5.9436e-05</c:v>
                </c:pt>
                <c:pt idx="227">
                  <c:v>5.8769e-05</c:v>
                </c:pt>
                <c:pt idx="228">
                  <c:v>6.1165e-05</c:v>
                </c:pt>
                <c:pt idx="229">
                  <c:v>8.3138e-05</c:v>
                </c:pt>
                <c:pt idx="230">
                  <c:v>8.7603e-05</c:v>
                </c:pt>
                <c:pt idx="231">
                  <c:v>7.6283e-05</c:v>
                </c:pt>
                <c:pt idx="232">
                  <c:v>6.8755e-05</c:v>
                </c:pt>
                <c:pt idx="233">
                  <c:v>6.5372e-05</c:v>
                </c:pt>
                <c:pt idx="234">
                  <c:v>6.7226e-05</c:v>
                </c:pt>
                <c:pt idx="235">
                  <c:v>6.84e-05</c:v>
                </c:pt>
                <c:pt idx="236">
                  <c:v>6.9832e-05</c:v>
                </c:pt>
                <c:pt idx="237">
                  <c:v>5.6964e-05</c:v>
                </c:pt>
                <c:pt idx="238">
                  <c:v>5.191e-05</c:v>
                </c:pt>
                <c:pt idx="239">
                  <c:v>6.2039e-05</c:v>
                </c:pt>
                <c:pt idx="240">
                  <c:v>6.893e-05</c:v>
                </c:pt>
                <c:pt idx="241">
                  <c:v>6.0524e-05</c:v>
                </c:pt>
                <c:pt idx="242">
                  <c:v>5.2823e-05</c:v>
                </c:pt>
                <c:pt idx="243">
                  <c:v>4.7187e-05</c:v>
                </c:pt>
                <c:pt idx="244">
                  <c:v>4.1364e-05</c:v>
                </c:pt>
                <c:pt idx="245">
                  <c:v>3.7674e-05</c:v>
                </c:pt>
                <c:pt idx="246">
                  <c:v>4.0577e-05</c:v>
                </c:pt>
                <c:pt idx="247">
                  <c:v>4.8733e-05</c:v>
                </c:pt>
                <c:pt idx="248">
                  <c:v>5.4305e-05</c:v>
                </c:pt>
                <c:pt idx="249">
                  <c:v>5.5563e-05</c:v>
                </c:pt>
                <c:pt idx="250">
                  <c:v>5.6471e-05</c:v>
                </c:pt>
                <c:pt idx="251">
                  <c:v>5.6603e-05</c:v>
                </c:pt>
                <c:pt idx="252">
                  <c:v>5.7669e-05</c:v>
                </c:pt>
                <c:pt idx="253">
                  <c:v>7.7724e-05</c:v>
                </c:pt>
                <c:pt idx="254">
                  <c:v>8.8222e-05</c:v>
                </c:pt>
                <c:pt idx="255">
                  <c:v>7.9514e-05</c:v>
                </c:pt>
                <c:pt idx="256">
                  <c:v>7.0388e-05</c:v>
                </c:pt>
                <c:pt idx="257">
                  <c:v>6.4027e-05</c:v>
                </c:pt>
                <c:pt idx="258">
                  <c:v>6.0855e-05</c:v>
                </c:pt>
                <c:pt idx="259">
                  <c:v>6.3011e-05</c:v>
                </c:pt>
                <c:pt idx="260">
                  <c:v>6.698e-05</c:v>
                </c:pt>
                <c:pt idx="261">
                  <c:v>6.6167e-05</c:v>
                </c:pt>
                <c:pt idx="262">
                  <c:v>5.9985e-05</c:v>
                </c:pt>
                <c:pt idx="263">
                  <c:v>5.8542e-05</c:v>
                </c:pt>
                <c:pt idx="264">
                  <c:v>6.4362e-05</c:v>
                </c:pt>
                <c:pt idx="265">
                  <c:v>6.9402e-05</c:v>
                </c:pt>
                <c:pt idx="266">
                  <c:v>6.1502e-05</c:v>
                </c:pt>
                <c:pt idx="267">
                  <c:v>5.2553e-05</c:v>
                </c:pt>
                <c:pt idx="268">
                  <c:v>4.5716e-05</c:v>
                </c:pt>
                <c:pt idx="269">
                  <c:v>4.0615e-05</c:v>
                </c:pt>
                <c:pt idx="270">
                  <c:v>4.0775e-05</c:v>
                </c:pt>
                <c:pt idx="271">
                  <c:v>4.7923e-05</c:v>
                </c:pt>
                <c:pt idx="272">
                  <c:v>5.3726e-05</c:v>
                </c:pt>
                <c:pt idx="273">
                  <c:v>5.8559e-05</c:v>
                </c:pt>
                <c:pt idx="274">
                  <c:v>5.8569e-05</c:v>
                </c:pt>
                <c:pt idx="275">
                  <c:v>5.6205e-05</c:v>
                </c:pt>
                <c:pt idx="276">
                  <c:v>5.3177e-05</c:v>
                </c:pt>
                <c:pt idx="277">
                  <c:v>6.5633e-05</c:v>
                </c:pt>
                <c:pt idx="278">
                  <c:v>8.8003e-05</c:v>
                </c:pt>
                <c:pt idx="279">
                  <c:v>8.1968e-05</c:v>
                </c:pt>
                <c:pt idx="280">
                  <c:v>7.0328e-05</c:v>
                </c:pt>
                <c:pt idx="281">
                  <c:v>6.389e-05</c:v>
                </c:pt>
                <c:pt idx="282">
                  <c:v>5.8994e-05</c:v>
                </c:pt>
                <c:pt idx="283">
                  <c:v>5.9282e-05</c:v>
                </c:pt>
                <c:pt idx="284">
                  <c:v>6.3611e-05</c:v>
                </c:pt>
                <c:pt idx="285">
                  <c:v>6.6603e-05</c:v>
                </c:pt>
                <c:pt idx="286">
                  <c:v>6.3395e-05</c:v>
                </c:pt>
                <c:pt idx="287">
                  <c:v>6.3046e-05</c:v>
                </c:pt>
                <c:pt idx="288">
                  <c:v>5.9875e-05</c:v>
                </c:pt>
                <c:pt idx="289">
                  <c:v>6.2088e-05</c:v>
                </c:pt>
                <c:pt idx="290">
                  <c:v>6.6383e-05</c:v>
                </c:pt>
                <c:pt idx="291">
                  <c:v>5.9288e-05</c:v>
                </c:pt>
                <c:pt idx="292">
                  <c:v>4.8424e-05</c:v>
                </c:pt>
                <c:pt idx="293">
                  <c:v>4.1905e-05</c:v>
                </c:pt>
                <c:pt idx="294">
                  <c:v>3.6326e-05</c:v>
                </c:pt>
                <c:pt idx="295">
                  <c:v>3.7783e-05</c:v>
                </c:pt>
                <c:pt idx="296">
                  <c:v>4.5571e-05</c:v>
                </c:pt>
                <c:pt idx="297">
                  <c:v>5.2511e-05</c:v>
                </c:pt>
                <c:pt idx="298">
                  <c:v>5.5509e-05</c:v>
                </c:pt>
                <c:pt idx="299">
                  <c:v>5.5514e-05</c:v>
                </c:pt>
                <c:pt idx="300">
                  <c:v>5.5034e-05</c:v>
                </c:pt>
                <c:pt idx="301">
                  <c:v>5.9485e-05</c:v>
                </c:pt>
                <c:pt idx="302">
                  <c:v>7.7324e-05</c:v>
                </c:pt>
                <c:pt idx="303">
                  <c:v>7.1126e-05</c:v>
                </c:pt>
                <c:pt idx="304">
                  <c:v>5.7062e-05</c:v>
                </c:pt>
                <c:pt idx="305">
                  <c:v>5.0039e-05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A8AEB5"/>
                    </a:solidFill>
                    <a:latin typeface="Calibri"/>
                  </a:rPr>
                  <a:t>iteration (0° 1–150 · 4° 151–300 · 8° 301–900)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150.0"/>
      </c:valAx>
      <c:valAx>
        <c:axId val="-2129643912"/>
        <c:scaling>
          <c:logBase val="10"/>
          <c:orientation val="minMax"/>
        </c:scaling>
        <c:delete val="0"/>
        <c:axPos val="l"/>
        <c:majorGridlines>
          <c:spPr>
            <a:ln>
              <a:solidFill>
                <a:srgbClr val="3A3E43"/>
              </a:solidFill>
            </a:ln>
          </c:spPr>
        </c:majorGridlines>
        <c:numFmt formatCode="0.E+0" sourceLinked="0"/>
        <c:majorTickMark val="out"/>
        <c:minorTickMark val="none"/>
        <c:tickLblPos val="nextTo"/>
        <c:spPr>
          <a:ln>
            <a:solidFill>
              <a:srgbClr val="555A60"/>
            </a:solidFill>
          </a:ln>
        </c:spPr>
        <c:txPr>
          <a:bodyPr/>
          <a:lstStyle/>
          <a:p>
            <a:pPr>
              <a:defRPr sz="1100">
                <a:solidFill>
                  <a:srgbClr val="A8AEB5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A8AEB5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CFD of the Stallion VTOL equipped with the payload pod, built from stallion_v2_equipped_with_pod.glb.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Forces integrated over the whole aircraft surface. 8° did not meet the convergence criterion within 600 iterations; its row is the mean of the last 200 iterations.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Lift, drag and lift-to-drag ratio against angle of attack.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GLB could not be meshed as delivered, so it was repaired and shrink-wrapped into one watertight outer skin before meshing.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Mesh and solver settings used for all three 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Convergence criterion: CL and CD each change by less than 0.2% over a 50-iteration block, with 150–600 iterations per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Force-coefficient histories for every iteration of the run, and Fluent's scaled residuals.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Pressure coefficient on the aircraft surface; same colour scale (−1.5 to 1.0) at every angle. Blue = below free-stream pressure, red =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views at 0° angle of attack. CL 0.310, CD 0.0665, L/D 4.66 (converged).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views at 4° angle of attack. CL 0.697, CD 0.0867, L/D 8.04 (converged).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views at 8° angle of attack. CL 0.911, CD 0.1424, L/D 6.40 (not converged, mean of last 200 iterations).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Streamlines released ahead of the nose, viewed from below at the pod.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was and was not included in this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oa4_2-surface-pressure_iso.png"/>
          <p:cNvPicPr>
            <a:picLocks noChangeAspect="1"/>
          </p:cNvPicPr>
          <p:nvPr/>
        </p:nvPicPr>
        <p:blipFill>
          <a:blip r:embed="rId3"/>
          <a:srcRect l="27000"/>
          <a:stretch>
            <a:fillRect/>
          </a:stretch>
        </p:blipFill>
        <p:spPr>
          <a:xfrm>
            <a:off x="5902249" y="0"/>
            <a:ext cx="6289446" cy="4846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82880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A8AEB5"/>
                </a:solidFill>
                <a:latin typeface="Calibri"/>
              </a:rPr>
              <a:t>Stallion VTOL · payload pod</a:t>
            </a:r>
          </a:p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2F2F2"/>
                </a:solidFill>
                <a:latin typeface="Calibri"/>
              </a:rPr>
              <a:t>External aero CFD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2F2F2"/>
                </a:solidFill>
                <a:latin typeface="Calibri"/>
              </a:rPr>
              <a:t>20 m/s · angle of attack 0, 4, 8°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EB5"/>
                </a:solidFill>
                <a:latin typeface="Calibri"/>
              </a:rPr>
              <a:t>Ansys Fluent 2026 R1 Student · steady RANS, k-ω SST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Whole aircraft at 20 m/s, sea-level air (ρ 1.225 kg/m³)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960120"/>
                <a:gridCol w="1051560"/>
                <a:gridCol w="960120"/>
                <a:gridCol w="868680"/>
                <a:gridCol w="1051560"/>
                <a:gridCol w="1051560"/>
                <a:gridCol w="1097280"/>
                <a:gridCol w="324612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AoA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CL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CD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Cm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L/D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Lift (N)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Drag (N)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Iterations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0°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0.310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0.0665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0.010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4.66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16.8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3.59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converged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4°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0.697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0.0867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-0.047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8.04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37.7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4.69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converged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8°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0.911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0.1424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-0.135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6.40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49.3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7.70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8A3D"/>
                          </a:solidFill>
                          <a:latin typeface="Calibri"/>
                        </a:rPr>
                        <a:t>not converged (mean of last 200 it.)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977639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8A3D"/>
                </a:solidFill>
                <a:latin typeface="Calibri"/>
              </a:rPr>
              <a:t>8.0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92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EB5"/>
                </a:solidFill>
                <a:latin typeface="Calibri"/>
              </a:rPr>
              <a:t>best L/D (at 4°)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3977639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41148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8A3D"/>
                </a:solidFill>
                <a:latin typeface="Calibri"/>
              </a:rPr>
              <a:t>37.7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4892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EB5"/>
                </a:solidFill>
                <a:latin typeface="Calibri"/>
              </a:rPr>
              <a:t>lift at 4°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3977639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8" y="41148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8A3D"/>
                </a:solidFill>
                <a:latin typeface="Calibri"/>
              </a:rPr>
              <a:t>4.69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8" y="4892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8AEB5"/>
                </a:solidFill>
                <a:latin typeface="Calibri"/>
              </a:rPr>
              <a:t>drag at 4°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Reference area 0.22068 m², reference length 0.16409 m, moment centre [0.0, -0.27655, 0.07831] m (wing quarter chord). Cm positive nose-up.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Coefficients vs angle of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Whole aircraft, 20 m/s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361188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279392" y="1600200"/>
          <a:ext cx="3611880" cy="4206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010144" y="1600200"/>
          <a:ext cx="3611880" cy="42062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8° value is the mean of the last 200 iterations (not converged within 600).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Geometry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stallion_v2_equipped_with_pod.glb → watertight skin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5760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83080"/>
                <a:gridCol w="16916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Input GLB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2F2F2"/>
                          </a:solidFill>
                          <a:latin typeface="Calibri"/>
                        </a:rPr>
                        <a:t>Wrapped skin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CAD parts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8A3D"/>
                          </a:solidFill>
                          <a:latin typeface="Calibri"/>
                        </a:rPr>
                        <a:t>1 body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Separate bodies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8A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Non-manifold edges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2,397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8A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Facets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691,670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8A3D"/>
                          </a:solidFill>
                          <a:latin typeface="Calibri"/>
                        </a:rPr>
                        <a:t>298,872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Fuselage interior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hollow (open hatches)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8A3D"/>
                          </a:solidFill>
                          <a:latin typeface="Calibri"/>
                        </a:rPr>
                        <a:t>solid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Max bounding-box change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2F2F2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8A3D"/>
                          </a:solidFill>
                          <a:latin typeface="Calibri"/>
                        </a:rPr>
                        <a:t>2.3 mm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8AEB5"/>
                </a:solidFill>
                <a:latin typeface="Calibri"/>
              </a:rPr>
              <a:t>Steps: </a:t>
            </a:r>
            <a:r>
              <a:rPr sz="1300" b="0" i="0">
                <a:solidFill>
                  <a:srgbClr val="A8AEB5"/>
                </a:solidFill>
                <a:latin typeface="Calibri"/>
              </a:rPr>
              <a:t>merge the 96 parts and rotate to the solver frame (nose +Y, up +Z) → voxel shrink-wrap at 1.5 mm with openings up to 24 mm sealed → decimate → check: closed, manifold, and a ray test finds no air inside the fuselage.</a:t>
            </a:r>
          </a:p>
        </p:txBody>
      </p:sp>
      <p:pic>
        <p:nvPicPr>
          <p:cNvPr id="6" name="Picture 5" descr="aoa4_1-geometry-mesh_mesh-close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462686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Wrapped skin with the surface mesh, and the centre-plane volume mesh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Mesh and solver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1463040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poly-hexcore, 561,669 cells; 3 prism layers, first cell 0.5 mm; surface 5.5–26 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9424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249424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box 4 m upstream, 8 m downstream, 4 m sides, 4 m top/bottom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35808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035808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velocity inlet on 5 faces, pressure outlet behind; aircraft = no-slip wall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22192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822192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20 m/s, ρ 1.225 kg/m³, μ 1.7894e-05 Pa·s, turbulence intensity 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608576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steady, pressure-based coupled solver, k-ω SST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8A3D"/>
                </a:solidFill>
                <a:latin typeface="Calibri"/>
              </a:rPr>
              <a:t>Angles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5394960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0, 4, 8°, set by tilting the free-stream direction; same mesh for every angle</a:t>
            </a:r>
          </a:p>
        </p:txBody>
      </p:sp>
      <p:pic>
        <p:nvPicPr>
          <p:cNvPr id="15" name="Picture 14" descr="aoa4_7-wall-yplus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257800" cy="29575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4475416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Wall y+ on the aircraft surface (4°)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Convergence by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Criterion: CL and CD change &lt; 0.2% per 50 iterations (150 min, 600 max)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737360"/>
                <a:gridCol w="2331720"/>
                <a:gridCol w="2331720"/>
                <a:gridCol w="260604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AoA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Iterations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CL spread, last 50 it.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CD spread, last 50 it.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2F2F2"/>
                          </a:solidFill>
                          <a:latin typeface="Calibri"/>
                        </a:rPr>
                        <a:t>Reported value</a:t>
                      </a:r>
                    </a:p>
                  </a:txBody>
                  <a:tcPr anchor="ctr">
                    <a:solidFill>
                      <a:srgbClr val="3A3E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0°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converged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0.05%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0.10%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final iteration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4°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converged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0.02%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final iteration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8°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F8A3D"/>
                          </a:solidFill>
                          <a:latin typeface="Calibri"/>
                        </a:rPr>
                        <a:t>not converged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9.15%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8.01%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2"/>
                          </a:solidFill>
                          <a:latin typeface="Calibri"/>
                        </a:rPr>
                        <a:t>mean of last 200 iterations</a:t>
                      </a:r>
                    </a:p>
                  </a:txBody>
                  <a:tcPr anchor="ctr">
                    <a:solidFill>
                      <a:srgbClr val="2A2D3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86200"/>
            <a:ext cx="11064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Spread = (max − min) / mean of the force coefficient over the last 50 iterations.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0° and 4° met the criterion at the minimum iteration count. At 8° CL and CD kept oscillating by several percent up to the 600-iteration limit; the reported 8° numbers are the average of the last 200 iterations.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2F2F2"/>
                </a:solidFill>
                <a:latin typeface="Calibri"/>
              </a:rPr>
              <a:t>Each angle was started from the previous angle's solution (0° → 4° → 8°).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Convergence histories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188720"/>
          <a:ext cx="5440680" cy="2606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3886200"/>
          <a:ext cx="5440680" cy="26060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188720"/>
          <a:ext cx="5440680" cy="53035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Surface pressure at each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Pressure coefficient, same colour scale (−1.5 to 1.0)</a:t>
            </a:r>
          </a:p>
        </p:txBody>
      </p:sp>
      <p:pic>
        <p:nvPicPr>
          <p:cNvPr id="4" name="Picture 3" descr="aoa0_2-surface-pressure_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611880" cy="2031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68674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0° · top-side view</a:t>
            </a:r>
          </a:p>
        </p:txBody>
      </p:sp>
      <p:pic>
        <p:nvPicPr>
          <p:cNvPr id="6" name="Picture 5" descr="aoa0_2-surface-pressure_p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69080"/>
            <a:ext cx="3611880" cy="2031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5562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0° · pod, from below</a:t>
            </a:r>
          </a:p>
        </p:txBody>
      </p:sp>
      <p:pic>
        <p:nvPicPr>
          <p:cNvPr id="8" name="Picture 7" descr="aoa4_2-surface-pressure_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1600200"/>
            <a:ext cx="3611880" cy="20316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79392" y="368674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4° · top-side view</a:t>
            </a:r>
          </a:p>
        </p:txBody>
      </p:sp>
      <p:pic>
        <p:nvPicPr>
          <p:cNvPr id="10" name="Picture 9" descr="aoa4_2-surface-pressure_po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4069080"/>
            <a:ext cx="3611880" cy="20316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79392" y="615562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4° · pod, from below</a:t>
            </a:r>
          </a:p>
        </p:txBody>
      </p:sp>
      <p:pic>
        <p:nvPicPr>
          <p:cNvPr id="12" name="Picture 11" descr="aoa8_2-surface-pressure_is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4" y="1600200"/>
            <a:ext cx="3611880" cy="20316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10144" y="368674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8° · top-side view</a:t>
            </a:r>
          </a:p>
        </p:txBody>
      </p:sp>
      <p:pic>
        <p:nvPicPr>
          <p:cNvPr id="14" name="Picture 13" descr="aoa8_2-surface-pressure_po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4069080"/>
            <a:ext cx="3611880" cy="20316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10144" y="615562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8° · pod, from below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Angle of attack 0°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CL 0.310 · CD 0.0665 · L/D 4.66 · lift 16.8 N · drag 3.59 N · converged</a:t>
            </a:r>
          </a:p>
        </p:txBody>
      </p:sp>
      <p:pic>
        <p:nvPicPr>
          <p:cNvPr id="4" name="Picture 3" descr="aoa0_2-surface-pressure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611880" cy="2031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5953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Pressure coefficient, top</a:t>
            </a:r>
          </a:p>
        </p:txBody>
      </p:sp>
      <p:pic>
        <p:nvPicPr>
          <p:cNvPr id="6" name="Picture 5" descr="aoa0_2-surface-pressure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508760"/>
            <a:ext cx="3611880" cy="2031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79392" y="35953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Pressure coefficient, underside</a:t>
            </a:r>
          </a:p>
        </p:txBody>
      </p:sp>
      <p:pic>
        <p:nvPicPr>
          <p:cNvPr id="8" name="Picture 7" descr="aoa0_3-streamlines_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1508760"/>
            <a:ext cx="3611880" cy="20316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10144" y="35953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Streamlines, coloured by speed</a:t>
            </a:r>
          </a:p>
        </p:txBody>
      </p:sp>
      <p:pic>
        <p:nvPicPr>
          <p:cNvPr id="10" name="Picture 9" descr="aoa0_4-wing-section_se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95928"/>
            <a:ext cx="3611880" cy="20316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08247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Speed on a wing section at 0.55 m span</a:t>
            </a:r>
          </a:p>
        </p:txBody>
      </p:sp>
      <p:pic>
        <p:nvPicPr>
          <p:cNvPr id="12" name="Picture 11" descr="aoa0_5-tip-vortices_t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3995928"/>
            <a:ext cx="3611880" cy="20316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79392" y="608247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Tip streamlines, coloured by streamwise vorticity</a:t>
            </a:r>
          </a:p>
        </p:txBody>
      </p:sp>
      <p:pic>
        <p:nvPicPr>
          <p:cNvPr id="14" name="Picture 13" descr="aoa0_6-wake_w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3995928"/>
            <a:ext cx="3611880" cy="20316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10144" y="608247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Streamwise vorticity, 0.1 m and 0.4 m behind the wing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Angle of attack 4°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CL 0.697 · CD 0.0867 · L/D 8.04 · lift 37.7 N · drag 4.69 N · converged</a:t>
            </a:r>
          </a:p>
        </p:txBody>
      </p:sp>
      <p:pic>
        <p:nvPicPr>
          <p:cNvPr id="4" name="Picture 3" descr="aoa4_2-surface-pressure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611880" cy="2031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5953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Pressure coefficient, top</a:t>
            </a:r>
          </a:p>
        </p:txBody>
      </p:sp>
      <p:pic>
        <p:nvPicPr>
          <p:cNvPr id="6" name="Picture 5" descr="aoa4_2-surface-pressure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508760"/>
            <a:ext cx="3611880" cy="2031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79392" y="35953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Pressure coefficient, underside</a:t>
            </a:r>
          </a:p>
        </p:txBody>
      </p:sp>
      <p:pic>
        <p:nvPicPr>
          <p:cNvPr id="8" name="Picture 7" descr="aoa4_3-streamlines_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1508760"/>
            <a:ext cx="3611880" cy="20316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10144" y="35953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Streamlines, coloured by speed</a:t>
            </a:r>
          </a:p>
        </p:txBody>
      </p:sp>
      <p:pic>
        <p:nvPicPr>
          <p:cNvPr id="10" name="Picture 9" descr="aoa4_4-wing-section_se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95928"/>
            <a:ext cx="3611880" cy="20316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08247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Speed on a wing section at 0.55 m span</a:t>
            </a:r>
          </a:p>
        </p:txBody>
      </p:sp>
      <p:pic>
        <p:nvPicPr>
          <p:cNvPr id="12" name="Picture 11" descr="aoa4_5-tip-vortices_t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3995928"/>
            <a:ext cx="3611880" cy="20316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79392" y="608247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Tip streamlines, coloured by streamwise vorticity</a:t>
            </a:r>
          </a:p>
        </p:txBody>
      </p:sp>
      <p:pic>
        <p:nvPicPr>
          <p:cNvPr id="14" name="Picture 13" descr="aoa4_6-wake_w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3995928"/>
            <a:ext cx="3611880" cy="20316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10144" y="608247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Streamwise vorticity, 0.1 m and 0.4 m behind the wing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Angle of attack 8°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CL 0.911 · CD 0.1424 · L/D 6.40 · lift 49.3 N · drag 7.70 N · not converged, mean of last 200 iterations</a:t>
            </a:r>
          </a:p>
        </p:txBody>
      </p:sp>
      <p:pic>
        <p:nvPicPr>
          <p:cNvPr id="4" name="Picture 3" descr="aoa8_2-surface-pressure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611880" cy="2031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5953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Pressure coefficient, top</a:t>
            </a:r>
          </a:p>
        </p:txBody>
      </p:sp>
      <p:pic>
        <p:nvPicPr>
          <p:cNvPr id="6" name="Picture 5" descr="aoa8_2-surface-pressure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508760"/>
            <a:ext cx="3611880" cy="2031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79392" y="35953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Pressure coefficient, underside</a:t>
            </a:r>
          </a:p>
        </p:txBody>
      </p:sp>
      <p:pic>
        <p:nvPicPr>
          <p:cNvPr id="8" name="Picture 7" descr="aoa8_3-streamlines_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1508760"/>
            <a:ext cx="3611880" cy="20316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10144" y="35953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Streamlines, coloured by speed</a:t>
            </a:r>
          </a:p>
        </p:txBody>
      </p:sp>
      <p:pic>
        <p:nvPicPr>
          <p:cNvPr id="10" name="Picture 9" descr="aoa8_4-wing-section_se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95928"/>
            <a:ext cx="3611880" cy="20316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08247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Speed on a wing section at 0.55 m span</a:t>
            </a:r>
          </a:p>
        </p:txBody>
      </p:sp>
      <p:pic>
        <p:nvPicPr>
          <p:cNvPr id="12" name="Picture 11" descr="aoa8_5-tip-vortices_t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3995928"/>
            <a:ext cx="3611880" cy="20316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79392" y="608247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Tip streamlines, coloured by streamwise vorticity</a:t>
            </a:r>
          </a:p>
        </p:txBody>
      </p:sp>
      <p:pic>
        <p:nvPicPr>
          <p:cNvPr id="14" name="Picture 13" descr="aoa8_6-wake_w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3995928"/>
            <a:ext cx="3611880" cy="20316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10144" y="6082474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Streamwise vorticity, 0.1 m and 0.4 m behind the wing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Flow past the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A8AEB5"/>
                </a:solidFill>
                <a:latin typeface="Calibri"/>
              </a:rPr>
              <a:t>Streamlines coloured by speed (14–26 m/s), viewed from below</a:t>
            </a:r>
          </a:p>
        </p:txBody>
      </p:sp>
      <p:pic>
        <p:nvPicPr>
          <p:cNvPr id="4" name="Picture 3" descr="aoa0_3-streamlines_p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3611880" cy="2031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239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0°</a:t>
            </a:r>
          </a:p>
        </p:txBody>
      </p:sp>
      <p:pic>
        <p:nvPicPr>
          <p:cNvPr id="6" name="Picture 5" descr="aoa4_3-streamlines_p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737360"/>
            <a:ext cx="3611880" cy="2031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79392" y="38239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4°</a:t>
            </a:r>
          </a:p>
        </p:txBody>
      </p:sp>
      <p:pic>
        <p:nvPicPr>
          <p:cNvPr id="8" name="Picture 7" descr="aoa8_3-streamlines_po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1737360"/>
            <a:ext cx="3611880" cy="20316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10144" y="3823906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8°</a:t>
            </a:r>
          </a:p>
        </p:txBody>
      </p:sp>
      <p:pic>
        <p:nvPicPr>
          <p:cNvPr id="10" name="Picture 9" descr="aoa4_2-surface-pressure_fro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60520"/>
            <a:ext cx="382016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64224"/>
            <a:ext cx="382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Pressure coefficient, front view (4°)</a:t>
            </a:r>
          </a:p>
        </p:txBody>
      </p:sp>
      <p:pic>
        <p:nvPicPr>
          <p:cNvPr id="12" name="Picture 11" descr="aoa4_6-wake_re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4160520"/>
            <a:ext cx="3820160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4840" y="6364224"/>
            <a:ext cx="382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Wake planes from behind (4°)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251960"/>
            <a:ext cx="32004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8AEB5"/>
                </a:solidFill>
                <a:latin typeface="Calibri"/>
              </a:rPr>
              <a:t>Colour scales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8AEB5"/>
                </a:solidFill>
                <a:latin typeface="Calibri"/>
              </a:rPr>
              <a:t>Streamlines: 14–26 m/s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8AEB5"/>
                </a:solidFill>
                <a:latin typeface="Calibri"/>
              </a:rPr>
              <a:t>Pressure coefficient: −1.5 to 1.0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8AEB5"/>
                </a:solidFill>
                <a:latin typeface="Calibri"/>
              </a:rPr>
              <a:t>Streamwise vorticity: −40 to 40 1/s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2F2F2"/>
                </a:solidFill>
                <a:latin typeface="Calibri"/>
              </a:rPr>
              <a:t>Modelling notes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64240" cy="2743200"/>
          </a:xfrm>
          <a:prstGeom prst="roundRect">
            <a:avLst>
              <a:gd name="adj" fmla="val 6000"/>
            </a:avLst>
          </a:prstGeom>
          <a:solidFill>
            <a:srgbClr val="2A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4241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2F2F2"/>
                </a:solidFill>
                <a:latin typeface="Calibri"/>
              </a:rPr>
              <a:t>Steady RANS (k-ω SST) on a 561,669-cell mesh; the Ansys Student licence limits the mesh to about 1M cells.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2F2F2"/>
                </a:solidFill>
                <a:latin typeface="Calibri"/>
              </a:rPr>
              <a:t>Airframe, motors and pod as in the GLB; propellers are not modelled.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2F2F2"/>
                </a:solidFill>
                <a:latin typeface="Calibri"/>
              </a:rPr>
              <a:t>Openings up to 24 mm (hatch gaps, slots) were sealed by the shrink-wrap; internal parts were removed.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2F2F2"/>
                </a:solidFill>
                <a:latin typeface="Calibri"/>
              </a:rPr>
              <a:t>Same mesh for all angles; angle of attack set by the free-stream direction.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2F2F2"/>
                </a:solidFill>
                <a:latin typeface="Calibri"/>
              </a:rPr>
              <a:t>8° did not converge within 600 iterations; its forces are the mean of the last 200 iterations.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A8AEB5"/>
                </a:solidFill>
                <a:latin typeface="Calibri"/>
              </a:rPr>
              <a:t>Files: cfd_pod/results (cases, data, force histories, forces.csv) · cfd_pod/renders (all images) · demo.bat opens the case in Fluent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